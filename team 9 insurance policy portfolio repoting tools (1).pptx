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4"/>
    <p:sldMasterId id="2147483662" r:id="rId5"/>
  </p:sldMasterIdLst>
  <p:notesMasterIdLst>
    <p:notesMasterId r:id="rId18"/>
  </p:notesMasterIdLst>
  <p:sldIdLst>
    <p:sldId id="256" r:id="rId6"/>
    <p:sldId id="368" r:id="rId7"/>
    <p:sldId id="369" r:id="rId8"/>
    <p:sldId id="370" r:id="rId9"/>
    <p:sldId id="372" r:id="rId10"/>
    <p:sldId id="373" r:id="rId11"/>
    <p:sldId id="375" r:id="rId12"/>
    <p:sldId id="378" r:id="rId13"/>
    <p:sldId id="376" r:id="rId14"/>
    <p:sldId id="377" r:id="rId15"/>
    <p:sldId id="381" r:id="rId16"/>
    <p:sldId id="348"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588" userDrawn="1">
          <p15:clr>
            <a:srgbClr val="A4A3A4"/>
          </p15:clr>
        </p15:guide>
        <p15:guide id="2" pos="144" userDrawn="1">
          <p15:clr>
            <a:srgbClr val="A4A3A4"/>
          </p15:clr>
        </p15:guide>
        <p15:guide id="3" orient="horz" pos="8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63B5"/>
    <a:srgbClr val="0000A8"/>
    <a:srgbClr val="0000FF"/>
    <a:srgbClr val="213163"/>
    <a:srgbClr val="223366"/>
    <a:srgbClr val="001131"/>
    <a:srgbClr val="DDE8FF"/>
    <a:srgbClr val="851910"/>
    <a:srgbClr val="FFD5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53" autoAdjust="0"/>
    <p:restoredTop sz="94660"/>
  </p:normalViewPr>
  <p:slideViewPr>
    <p:cSldViewPr snapToGrid="0" showGuides="1">
      <p:cViewPr varScale="1">
        <p:scale>
          <a:sx n="91" d="100"/>
          <a:sy n="91" d="100"/>
        </p:scale>
        <p:origin x="816" y="108"/>
      </p:cViewPr>
      <p:guideLst>
        <p:guide orient="horz" pos="588"/>
        <p:guide pos="144"/>
        <p:guide orient="horz" pos="8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extLst>
      <p:ext uri="{BB962C8B-B14F-4D97-AF65-F5344CB8AC3E}">
        <p14:creationId xmlns:p14="http://schemas.microsoft.com/office/powerpoint/2010/main" val="186549227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4738558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b="1"/>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panose="02020603050405020304"/>
              </a:rPr>
              <a:t>2</a:t>
            </a:fld>
            <a:endParaRPr lang="en-US" sz="1400" b="0" strike="noStrike" spc="-1">
              <a:latin typeface="Times New Roman" panose="02020603050405020304"/>
            </a:endParaRPr>
          </a:p>
        </p:txBody>
      </p:sp>
    </p:spTree>
    <p:extLst>
      <p:ext uri="{BB962C8B-B14F-4D97-AF65-F5344CB8AC3E}">
        <p14:creationId xmlns:p14="http://schemas.microsoft.com/office/powerpoint/2010/main" val="4971022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PlaceHolder 1"/>
          <p:cNvSpPr>
            <a:spLocks noGrp="1" noRot="1" noChangeAspect="1"/>
          </p:cNvSpPr>
          <p:nvPr>
            <p:ph type="sldImg"/>
          </p:nvPr>
        </p:nvSpPr>
        <p:spPr>
          <a:xfrm>
            <a:off x="685800" y="1143000"/>
            <a:ext cx="5486400" cy="3086100"/>
          </a:xfrm>
          <a:prstGeom prst="rect">
            <a:avLst/>
          </a:prstGeom>
        </p:spPr>
      </p:sp>
      <p:sp>
        <p:nvSpPr>
          <p:cNvPr id="380" name="PlaceHolder 2"/>
          <p:cNvSpPr>
            <a:spLocks noGrp="1"/>
          </p:cNvSpPr>
          <p:nvPr>
            <p:ph type="body"/>
          </p:nvPr>
        </p:nvSpPr>
        <p:spPr>
          <a:xfrm>
            <a:off x="685800" y="4400640"/>
            <a:ext cx="5486040" cy="3600000"/>
          </a:xfrm>
          <a:prstGeom prst="rect">
            <a:avLst/>
          </a:prstGeom>
        </p:spPr>
        <p:txBody>
          <a:bodyPr>
            <a:noAutofit/>
          </a:bodyPr>
          <a:lstStyle/>
          <a:p>
            <a:pPr marL="0" indent="0">
              <a:buFont typeface="Arial" panose="020B0604020202020204" pitchFamily="34" charset="0"/>
              <a:buNone/>
              <a:tabLst>
                <a:tab pos="0" algn="l"/>
              </a:tabLst>
            </a:pPr>
            <a:r>
              <a:rPr lang="en-IN" sz="2000" b="0" spc="-1"/>
              <a:t>thank you very much for joining</a:t>
            </a:r>
            <a:r>
              <a:rPr lang="en-IN" b="0"/>
              <a:t> this </a:t>
            </a:r>
            <a:r>
              <a:rPr lang="en-IN"/>
              <a:t>PPT</a:t>
            </a:r>
            <a:r>
              <a:rPr lang="en-IN" b="0"/>
              <a:t>, keep learning.</a:t>
            </a:r>
          </a:p>
        </p:txBody>
      </p:sp>
      <p:sp>
        <p:nvSpPr>
          <p:cNvPr id="381" name="TextShape 3"/>
          <p:cNvSpPr txBox="1"/>
          <p:nvPr/>
        </p:nvSpPr>
        <p:spPr>
          <a:xfrm>
            <a:off x="3884760" y="8685360"/>
            <a:ext cx="2971440" cy="458280"/>
          </a:xfrm>
          <a:prstGeom prst="rect">
            <a:avLst/>
          </a:prstGeom>
          <a:noFill/>
          <a:ln w="0">
            <a:noFill/>
          </a:ln>
        </p:spPr>
        <p:txBody>
          <a:bodyPr anchor="b">
            <a:noAutofit/>
          </a:bodyPr>
          <a:lstStyle/>
          <a:p>
            <a:pPr algn="r">
              <a:lnSpc>
                <a:spcPct val="100000"/>
              </a:lnSpc>
            </a:pPr>
            <a:fld id="{E9D2A155-03D1-406C-89CB-ED7F9F0CCA44}" type="slidenum">
              <a:rPr lang="en-IN" sz="1200" b="0" strike="noStrike" spc="-1">
                <a:latin typeface="Times New Roman" panose="02020603050405020304"/>
              </a:rPr>
              <a:t>12</a:t>
            </a:fld>
            <a:endParaRPr lang="en-US" sz="1200" b="0" strike="noStrike" spc="-1">
              <a:latin typeface="Times New Roman" panose="02020603050405020304"/>
            </a:endParaRPr>
          </a:p>
        </p:txBody>
      </p:sp>
    </p:spTree>
    <p:extLst>
      <p:ext uri="{BB962C8B-B14F-4D97-AF65-F5344CB8AC3E}">
        <p14:creationId xmlns:p14="http://schemas.microsoft.com/office/powerpoint/2010/main" val="2888697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24-02-2026</a:t>
            </a:fld>
            <a:endParaRPr lang="en-IN"/>
          </a:p>
        </p:txBody>
      </p:sp>
      <p:sp>
        <p:nvSpPr>
          <p:cNvPr id="5" name="Footer Placeholder 4"/>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7886700" cy="993775"/>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24-02-2026</a:t>
            </a:fld>
            <a:endParaRPr lang="en-IN"/>
          </a:p>
        </p:txBody>
      </p:sp>
      <p:sp>
        <p:nvSpPr>
          <p:cNvPr id="5" name="Footer Placeholder 4"/>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3441700"/>
            <a:ext cx="7886700" cy="1125538"/>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24-02-2026</a:t>
            </a:fld>
            <a:endParaRPr lang="en-IN"/>
          </a:p>
        </p:txBody>
      </p:sp>
      <p:sp>
        <p:nvSpPr>
          <p:cNvPr id="5" name="Footer Placeholder 4"/>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7886700" cy="993775"/>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628650" y="1370013"/>
            <a:ext cx="386715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370013"/>
            <a:ext cx="386715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24-02-2026</a:t>
            </a:fld>
            <a:endParaRPr lang="en-IN"/>
          </a:p>
        </p:txBody>
      </p:sp>
      <p:sp>
        <p:nvSpPr>
          <p:cNvPr id="6" name="Footer Placeholder 5"/>
          <p:cNvSpPr>
            <a:spLocks noGrp="1"/>
          </p:cNvSpPr>
          <p:nvPr>
            <p:ph type="ftr" sz="quarter" idx="11"/>
          </p:nvPr>
        </p:nvSpPr>
        <p:spPr>
          <a:xfrm>
            <a:off x="3028950" y="4767263"/>
            <a:ext cx="3086100" cy="274637"/>
          </a:xfrm>
          <a:prstGeom prst="rect">
            <a:avLst/>
          </a:prstGeom>
        </p:spPr>
        <p:txBody>
          <a:bodyPr/>
          <a:lstStyle/>
          <a:p>
            <a:endParaRPr lang="en-IN"/>
          </a:p>
        </p:txBody>
      </p:sp>
      <p:sp>
        <p:nvSpPr>
          <p:cNvPr id="7" name="Slide Number Placeholder 6"/>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1879600"/>
            <a:ext cx="3868737" cy="2762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1879600"/>
            <a:ext cx="3887788" cy="2762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24-02-2026</a:t>
            </a:fld>
            <a:endParaRPr lang="en-IN"/>
          </a:p>
        </p:txBody>
      </p:sp>
      <p:sp>
        <p:nvSpPr>
          <p:cNvPr id="8" name="Footer Placeholder 7"/>
          <p:cNvSpPr>
            <a:spLocks noGrp="1"/>
          </p:cNvSpPr>
          <p:nvPr>
            <p:ph type="ftr" sz="quarter" idx="11"/>
          </p:nvPr>
        </p:nvSpPr>
        <p:spPr>
          <a:xfrm>
            <a:off x="3028950" y="4767263"/>
            <a:ext cx="3086100" cy="274637"/>
          </a:xfrm>
          <a:prstGeom prst="rect">
            <a:avLst/>
          </a:prstGeom>
        </p:spPr>
        <p:txBody>
          <a:bodyPr/>
          <a:lstStyle/>
          <a:p>
            <a:endParaRPr lang="en-IN"/>
          </a:p>
        </p:txBody>
      </p:sp>
      <p:sp>
        <p:nvSpPr>
          <p:cNvPr id="9" name="Slide Number Placeholder 8"/>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7886700" cy="993775"/>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24-02-2026</a:t>
            </a:fld>
            <a:endParaRPr lang="en-IN"/>
          </a:p>
        </p:txBody>
      </p:sp>
      <p:sp>
        <p:nvSpPr>
          <p:cNvPr id="4" name="Footer Placeholder 3"/>
          <p:cNvSpPr>
            <a:spLocks noGrp="1"/>
          </p:cNvSpPr>
          <p:nvPr>
            <p:ph type="ftr" sz="quarter" idx="11"/>
          </p:nvPr>
        </p:nvSpPr>
        <p:spPr>
          <a:xfrm>
            <a:off x="3028950" y="4767263"/>
            <a:ext cx="3086100" cy="274637"/>
          </a:xfrm>
          <a:prstGeom prst="rect">
            <a:avLst/>
          </a:prstGeom>
        </p:spPr>
        <p:txBody>
          <a:bodyPr/>
          <a:lstStyle/>
          <a:p>
            <a:endParaRPr lang="en-IN"/>
          </a:p>
        </p:txBody>
      </p:sp>
      <p:sp>
        <p:nvSpPr>
          <p:cNvPr id="5" name="Slide Number Placeholder 4"/>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24-02-2026</a:t>
            </a:fld>
            <a:endParaRPr lang="en-IN"/>
          </a:p>
        </p:txBody>
      </p:sp>
      <p:sp>
        <p:nvSpPr>
          <p:cNvPr id="3" name="Footer Placeholder 2"/>
          <p:cNvSpPr>
            <a:spLocks noGrp="1"/>
          </p:cNvSpPr>
          <p:nvPr>
            <p:ph type="ftr" sz="quarter" idx="11"/>
          </p:nvPr>
        </p:nvSpPr>
        <p:spPr>
          <a:xfrm>
            <a:off x="3028950" y="4767263"/>
            <a:ext cx="3086100" cy="274637"/>
          </a:xfrm>
          <a:prstGeom prst="rect">
            <a:avLst/>
          </a:prstGeom>
        </p:spPr>
        <p:txBody>
          <a:bodyPr/>
          <a:lstStyle/>
          <a:p>
            <a:endParaRPr lang="en-IN"/>
          </a:p>
        </p:txBody>
      </p:sp>
      <p:sp>
        <p:nvSpPr>
          <p:cNvPr id="4" name="Slide Number Placeholder 3"/>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24-02-2026</a:t>
            </a:fld>
            <a:endParaRPr lang="en-IN"/>
          </a:p>
        </p:txBody>
      </p:sp>
      <p:sp>
        <p:nvSpPr>
          <p:cNvPr id="6" name="Footer Placeholder 5"/>
          <p:cNvSpPr>
            <a:spLocks noGrp="1"/>
          </p:cNvSpPr>
          <p:nvPr>
            <p:ph type="ftr" sz="quarter" idx="11"/>
          </p:nvPr>
        </p:nvSpPr>
        <p:spPr>
          <a:xfrm>
            <a:off x="3028950" y="4767263"/>
            <a:ext cx="3086100" cy="274637"/>
          </a:xfrm>
          <a:prstGeom prst="rect">
            <a:avLst/>
          </a:prstGeom>
        </p:spPr>
        <p:txBody>
          <a:bodyPr/>
          <a:lstStyle/>
          <a:p>
            <a:endParaRPr lang="en-IN"/>
          </a:p>
        </p:txBody>
      </p:sp>
      <p:sp>
        <p:nvSpPr>
          <p:cNvPr id="7" name="Slide Number Placeholder 6"/>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24-02-2026</a:t>
            </a:fld>
            <a:endParaRPr lang="en-IN"/>
          </a:p>
        </p:txBody>
      </p:sp>
      <p:sp>
        <p:nvSpPr>
          <p:cNvPr id="6" name="Footer Placeholder 5"/>
          <p:cNvSpPr>
            <a:spLocks noGrp="1"/>
          </p:cNvSpPr>
          <p:nvPr>
            <p:ph type="ftr" sz="quarter" idx="11"/>
          </p:nvPr>
        </p:nvSpPr>
        <p:spPr>
          <a:xfrm>
            <a:off x="3028950" y="4767263"/>
            <a:ext cx="3086100" cy="274637"/>
          </a:xfrm>
          <a:prstGeom prst="rect">
            <a:avLst/>
          </a:prstGeom>
        </p:spPr>
        <p:txBody>
          <a:bodyPr/>
          <a:lstStyle/>
          <a:p>
            <a:endParaRPr lang="en-IN"/>
          </a:p>
        </p:txBody>
      </p:sp>
      <p:sp>
        <p:nvSpPr>
          <p:cNvPr id="7" name="Slide Number Placeholder 6"/>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7886700" cy="993775"/>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628650" y="1370013"/>
            <a:ext cx="7886700" cy="32623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24-02-2026</a:t>
            </a:fld>
            <a:endParaRPr lang="en-IN"/>
          </a:p>
        </p:txBody>
      </p:sp>
      <p:sp>
        <p:nvSpPr>
          <p:cNvPr id="5" name="Footer Placeholder 4"/>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638"/>
            <a:ext cx="1971675" cy="4357687"/>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274638"/>
            <a:ext cx="5762625" cy="435768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28650" y="4767263"/>
            <a:ext cx="2057400" cy="274637"/>
          </a:xfrm>
          <a:prstGeom prst="rect">
            <a:avLst/>
          </a:prstGeom>
        </p:spPr>
        <p:txBody>
          <a:bodyPr/>
          <a:lstStyle/>
          <a:p>
            <a:fld id="{66522A74-6D1F-4492-ADD9-BE96B0F60871}" type="datetimeFigureOut">
              <a:rPr lang="en-IN" smtClean="0"/>
              <a:t>24-02-2026</a:t>
            </a:fld>
            <a:endParaRPr lang="en-IN"/>
          </a:p>
        </p:txBody>
      </p:sp>
      <p:sp>
        <p:nvSpPr>
          <p:cNvPr id="5" name="Footer Placeholder 4"/>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p:cNvSpPr>
            <a:spLocks noGrp="1"/>
          </p:cNvSpPr>
          <p:nvPr>
            <p:ph type="sldNum" sz="quarter" idx="12"/>
          </p:nvPr>
        </p:nvSpPr>
        <p:spPr>
          <a:xfrm>
            <a:off x="6457950" y="4767263"/>
            <a:ext cx="2057400" cy="274637"/>
          </a:xfrm>
          <a:prstGeom prst="rect">
            <a:avLst/>
          </a:prstGeom>
        </p:spPr>
        <p:txBody>
          <a:bodyPr/>
          <a:lstStyle/>
          <a:p>
            <a:fld id="{FC46FE59-C884-4D4F-A799-ECAD5EEA5636}"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userDrawn="1">
  <p:cSld name="1_Title only">
    <p:spTree>
      <p:nvGrpSpPr>
        <p:cNvPr id="1" name="Shape 25"/>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619C939-ADFE-408C-B13F-060F8543796F}" type="datetimeFigureOut">
              <a:rPr lang="en-IN" smtClean="0"/>
              <a:t>24-02-2026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AF13AC-DF95-49ED-812C-EFF416A67827}"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619C939-ADFE-408C-B13F-060F8543796F}" type="datetimeFigureOut">
              <a:rPr lang="en-IN" smtClean="0"/>
              <a:t>24-02-2026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AF13AC-DF95-49ED-812C-EFF416A67827}"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3441700"/>
            <a:ext cx="7886700" cy="112553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19C939-ADFE-408C-B13F-060F8543796F}" type="datetimeFigureOut">
              <a:rPr lang="en-IN" smtClean="0"/>
              <a:t>24-02-2026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AF13AC-DF95-49ED-812C-EFF416A67827}"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619C939-ADFE-408C-B13F-060F8543796F}" type="datetimeFigureOut">
              <a:rPr lang="en-IN" smtClean="0"/>
              <a:t>24-02-2026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AF13AC-DF95-49ED-812C-EFF416A67827}" type="slidenum">
              <a:rPr lang="en-IN" smtClean="0"/>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619C939-ADFE-408C-B13F-060F8543796F}" type="datetimeFigureOut">
              <a:rPr lang="en-IN" smtClean="0"/>
              <a:t>24-02-2026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7AF13AC-DF95-49ED-812C-EFF416A67827}" type="slidenum">
              <a:rPr lang="en-IN" smtClean="0"/>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619C939-ADFE-408C-B13F-060F8543796F}" type="datetimeFigureOut">
              <a:rPr lang="en-IN" smtClean="0"/>
              <a:t>24-02-2026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7AF13AC-DF95-49ED-812C-EFF416A67827}" type="slidenum">
              <a:rPr lang="en-IN" smtClean="0"/>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19C939-ADFE-408C-B13F-060F8543796F}" type="datetimeFigureOut">
              <a:rPr lang="en-IN" smtClean="0"/>
              <a:t>24-02-2026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7AF13AC-DF95-49ED-812C-EFF416A67827}" type="slidenum">
              <a:rPr lang="en-IN" smtClean="0"/>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619C939-ADFE-408C-B13F-060F8543796F}" type="datetimeFigureOut">
              <a:rPr lang="en-IN" smtClean="0"/>
              <a:t>24-02-2026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AF13AC-DF95-49ED-812C-EFF416A67827}" type="slidenum">
              <a:rPr lang="en-IN" smtClean="0"/>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619C939-ADFE-408C-B13F-060F8543796F}" type="datetimeFigureOut">
              <a:rPr lang="en-IN" smtClean="0"/>
              <a:t>24-02-2026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AF13AC-DF95-49ED-812C-EFF416A67827}" type="slidenum">
              <a:rPr lang="en-IN" smtClean="0"/>
              <a:t>‹#›</a:t>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619C939-ADFE-408C-B13F-060F8543796F}" type="datetimeFigureOut">
              <a:rPr lang="en-IN" smtClean="0"/>
              <a:t>24-02-2026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AF13AC-DF95-49ED-812C-EFF416A67827}" type="slidenum">
              <a:rPr lang="en-IN" smtClean="0"/>
              <a:t>‹#›</a:t>
            </a:fld>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638"/>
            <a:ext cx="1971675" cy="4357687"/>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619C939-ADFE-408C-B13F-060F8543796F}" type="datetimeFigureOut">
              <a:rPr lang="en-IN" smtClean="0"/>
              <a:t>24-02-2026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AF13AC-DF95-49ED-812C-EFF416A67827}"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2.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5" name="Group 8"/>
          <p:cNvGrpSpPr/>
          <p:nvPr userDrawn="1"/>
        </p:nvGrpSpPr>
        <p:grpSpPr>
          <a:xfrm>
            <a:off x="0" y="0"/>
            <a:ext cx="9144000" cy="424206"/>
            <a:chOff x="0" y="0"/>
            <a:chExt cx="4402382" cy="66464"/>
          </a:xfrm>
        </p:grpSpPr>
        <p:sp>
          <p:nvSpPr>
            <p:cNvPr id="46" name="Freeform 9"/>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7" name="TextBox 10"/>
            <p:cNvSpPr txBox="1"/>
            <p:nvPr/>
          </p:nvSpPr>
          <p:spPr>
            <a:xfrm>
              <a:off x="0" y="-38100"/>
              <a:ext cx="4402382" cy="104564"/>
            </a:xfrm>
            <a:prstGeom prst="rect">
              <a:avLst/>
            </a:prstGeom>
          </p:spPr>
          <p:txBody>
            <a:bodyPr lIns="50800" tIns="50800" rIns="50800" bIns="50800" rtlCol="0" anchor="ctr"/>
            <a:lstStyle/>
            <a:p>
              <a:pPr algn="ctr">
                <a:lnSpc>
                  <a:spcPts val="2660"/>
                </a:lnSpc>
              </a:pPr>
              <a:endParaRPr/>
            </a:p>
          </p:txBody>
        </p:sp>
      </p:grpSp>
      <p:grpSp>
        <p:nvGrpSpPr>
          <p:cNvPr id="27" name="Group 8"/>
          <p:cNvGrpSpPr/>
          <p:nvPr userDrawn="1"/>
        </p:nvGrpSpPr>
        <p:grpSpPr>
          <a:xfrm>
            <a:off x="0" y="5036127"/>
            <a:ext cx="9144000" cy="107373"/>
            <a:chOff x="0" y="0"/>
            <a:chExt cx="4402382" cy="66464"/>
          </a:xfrm>
        </p:grpSpPr>
        <p:sp>
          <p:nvSpPr>
            <p:cNvPr id="28" name="Freeform 9"/>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29" name="TextBox 10"/>
            <p:cNvSpPr txBox="1"/>
            <p:nvPr/>
          </p:nvSpPr>
          <p:spPr>
            <a:xfrm>
              <a:off x="0" y="-38100"/>
              <a:ext cx="4402382" cy="104564"/>
            </a:xfrm>
            <a:prstGeom prst="rect">
              <a:avLst/>
            </a:prstGeom>
          </p:spPr>
          <p:txBody>
            <a:bodyPr lIns="50800" tIns="50800" rIns="50800" bIns="50800" rtlCol="0" anchor="ctr"/>
            <a:lstStyle/>
            <a:p>
              <a:pPr algn="ctr">
                <a:lnSpc>
                  <a:spcPts val="2660"/>
                </a:lnSpc>
              </a:pPr>
              <a:endParaRPr/>
            </a:p>
          </p:txBody>
        </p:sp>
      </p:grpSp>
      <p:pic>
        <p:nvPicPr>
          <p:cNvPr id="52" name="Picture 51" descr="A black and white logo&#10;&#10;AI-generated content may be incorrect."/>
          <p:cNvPicPr>
            <a:picLocks noChangeAspect="1"/>
          </p:cNvPicPr>
          <p:nvPr userDrawn="1"/>
        </p:nvPicPr>
        <p:blipFill>
          <a:blip r:embed="rId15"/>
          <a:stretch>
            <a:fillRect/>
          </a:stretch>
        </p:blipFill>
        <p:spPr>
          <a:xfrm>
            <a:off x="7820696" y="55166"/>
            <a:ext cx="965086" cy="31387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82000"/>
                  </a:schemeClr>
                </a:solidFill>
              </a:defRPr>
            </a:lvl1pPr>
          </a:lstStyle>
          <a:p>
            <a:fld id="{4619C939-ADFE-408C-B13F-060F8543796F}" type="datetimeFigureOut">
              <a:rPr lang="en-IN" smtClean="0"/>
              <a:t>24-02-2026</a:t>
            </a:fld>
            <a:endParaRPr lang="en-IN"/>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87AF13AC-DF95-49ED-812C-EFF416A67827}" type="slidenum">
              <a:rPr lang="en-IN" smtClean="0"/>
              <a:t>‹#›</a:t>
            </a:fld>
            <a:endParaRPr lang="en-IN"/>
          </a:p>
        </p:txBody>
      </p:sp>
      <p:pic>
        <p:nvPicPr>
          <p:cNvPr id="54" name="Picture 53" descr="A white woven seamless grid pattern"/>
          <p:cNvPicPr>
            <a:picLocks noChangeAspect="1"/>
          </p:cNvPicPr>
          <p:nvPr userDrawn="1"/>
        </p:nvPicPr>
        <p:blipFill>
          <a:blip r:embed="rId13">
            <a:alphaModFix amt="20000"/>
          </a:blip>
          <a:stretch>
            <a:fillRect/>
          </a:stretch>
        </p:blipFill>
        <p:spPr>
          <a:xfrm>
            <a:off x="0" y="0"/>
            <a:ext cx="9143999" cy="5143500"/>
          </a:xfrm>
          <a:prstGeom prst="rect">
            <a:avLst/>
          </a:prstGeom>
        </p:spPr>
      </p:pic>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shifakhannnn835@gmail.com" TargetMode="External"/><Relationship Id="rId13" Type="http://schemas.openxmlformats.org/officeDocument/2006/relationships/image" Target="../media/image9.png"/><Relationship Id="rId3" Type="http://schemas.openxmlformats.org/officeDocument/2006/relationships/image" Target="../media/image3.jpeg"/><Relationship Id="rId7" Type="http://schemas.openxmlformats.org/officeDocument/2006/relationships/hyperlink" Target="mailto:sonamsushilsingh2372005@gmail.com" TargetMode="External"/><Relationship Id="rId12"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0.xml"/><Relationship Id="rId6" Type="http://schemas.openxmlformats.org/officeDocument/2006/relationships/image" Target="../media/image5.png"/><Relationship Id="rId11" Type="http://schemas.openxmlformats.org/officeDocument/2006/relationships/image" Target="../media/image7.jpeg"/><Relationship Id="rId5" Type="http://schemas.openxmlformats.org/officeDocument/2006/relationships/image" Target="../media/image5.svg"/><Relationship Id="rId15" Type="http://schemas.openxmlformats.org/officeDocument/2006/relationships/image" Target="../media/image11.png"/><Relationship Id="rId10" Type="http://schemas.openxmlformats.org/officeDocument/2006/relationships/image" Target="../media/image6.png"/><Relationship Id="rId4" Type="http://schemas.openxmlformats.org/officeDocument/2006/relationships/image" Target="../media/image4.png"/><Relationship Id="rId9" Type="http://schemas.openxmlformats.org/officeDocument/2006/relationships/hyperlink" Target="mailto:rokademolishka@gmail.com" TargetMode="External"/><Relationship Id="rId1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Layout" Target="../slideLayouts/slideLayout12.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24.jpe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3.xml"/><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s://share.google/t1aKCvSw0Lh4BR8dG" TargetMode="External"/><Relationship Id="rId2" Type="http://schemas.openxmlformats.org/officeDocument/2006/relationships/hyperlink" Target="https://extsla.co.in/" TargetMode="External"/><Relationship Id="rId1" Type="http://schemas.openxmlformats.org/officeDocument/2006/relationships/slideLayout" Target="../slideLayouts/slideLayout12.xml"/><Relationship Id="rId6" Type="http://schemas.openxmlformats.org/officeDocument/2006/relationships/hyperlink" Target="agreement.pdf" TargetMode="External"/><Relationship Id="rId5" Type="http://schemas.openxmlformats.org/officeDocument/2006/relationships/hyperlink" Target="AICW%20PROJECT%20(1).pptx" TargetMode="External"/><Relationship Id="rId4" Type="http://schemas.openxmlformats.org/officeDocument/2006/relationships/hyperlink" Target="https://link.springer.com/book/10.1007/978-1-4614-4103-8"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Rounded Corners 74"/>
          <p:cNvSpPr/>
          <p:nvPr/>
        </p:nvSpPr>
        <p:spPr>
          <a:xfrm>
            <a:off x="364882" y="652908"/>
            <a:ext cx="3971824"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p:cNvGrpSpPr/>
          <p:nvPr/>
        </p:nvGrpSpPr>
        <p:grpSpPr>
          <a:xfrm>
            <a:off x="0" y="0"/>
            <a:ext cx="4153368" cy="126178"/>
            <a:chOff x="0" y="0"/>
            <a:chExt cx="2187782" cy="66464"/>
          </a:xfrm>
        </p:grpSpPr>
        <p:sp>
          <p:nvSpPr>
            <p:cNvPr id="3" name="Freeform 3"/>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p:cNvGrpSpPr/>
          <p:nvPr/>
        </p:nvGrpSpPr>
        <p:grpSpPr>
          <a:xfrm>
            <a:off x="0" y="5017322"/>
            <a:ext cx="7571294" cy="126178"/>
            <a:chOff x="0" y="0"/>
            <a:chExt cx="3988171" cy="66464"/>
          </a:xfrm>
        </p:grpSpPr>
        <p:sp>
          <p:nvSpPr>
            <p:cNvPr id="6" name="Freeform 6"/>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p:cNvGrpSpPr/>
          <p:nvPr/>
        </p:nvGrpSpPr>
        <p:grpSpPr>
          <a:xfrm rot="2700000">
            <a:off x="3661769" y="-528997"/>
            <a:ext cx="4602320" cy="2123257"/>
            <a:chOff x="0" y="0"/>
            <a:chExt cx="2424267" cy="1118423"/>
          </a:xfrm>
        </p:grpSpPr>
        <p:sp>
          <p:nvSpPr>
            <p:cNvPr id="9" name="Freeform 9"/>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p:cNvGrpSpPr/>
          <p:nvPr/>
        </p:nvGrpSpPr>
        <p:grpSpPr>
          <a:xfrm rot="2700000">
            <a:off x="5632358" y="303921"/>
            <a:ext cx="3724082" cy="1064394"/>
            <a:chOff x="0" y="0"/>
            <a:chExt cx="1961656" cy="560668"/>
          </a:xfrm>
        </p:grpSpPr>
        <p:sp>
          <p:nvSpPr>
            <p:cNvPr id="12" name="Freeform 12"/>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p:cNvGrpSpPr/>
          <p:nvPr/>
        </p:nvGrpSpPr>
        <p:grpSpPr>
          <a:xfrm rot="2700000">
            <a:off x="7528217" y="-892816"/>
            <a:ext cx="2873959" cy="1967021"/>
            <a:chOff x="0" y="0"/>
            <a:chExt cx="1513855" cy="1036126"/>
          </a:xfrm>
        </p:grpSpPr>
        <p:sp>
          <p:nvSpPr>
            <p:cNvPr id="15" name="Freeform 15"/>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p:cNvGrpSpPr/>
          <p:nvPr/>
        </p:nvGrpSpPr>
        <p:grpSpPr>
          <a:xfrm rot="2700000">
            <a:off x="6756840" y="4003698"/>
            <a:ext cx="4602320" cy="2123257"/>
            <a:chOff x="0" y="0"/>
            <a:chExt cx="2424267" cy="1118423"/>
          </a:xfrm>
        </p:grpSpPr>
        <p:sp>
          <p:nvSpPr>
            <p:cNvPr id="18" name="Freeform 18"/>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p:cNvGrpSpPr/>
          <p:nvPr/>
        </p:nvGrpSpPr>
        <p:grpSpPr>
          <a:xfrm rot="2700000">
            <a:off x="7842195" y="3672519"/>
            <a:ext cx="2166949" cy="1126189"/>
            <a:chOff x="0" y="0"/>
            <a:chExt cx="1141438" cy="593219"/>
          </a:xfrm>
        </p:grpSpPr>
        <p:sp>
          <p:nvSpPr>
            <p:cNvPr id="21" name="Freeform 21"/>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p:cNvGrpSpPr/>
          <p:nvPr/>
        </p:nvGrpSpPr>
        <p:grpSpPr>
          <a:xfrm>
            <a:off x="5720497" y="768985"/>
            <a:ext cx="3475712" cy="3475712"/>
            <a:chOff x="0" y="0"/>
            <a:chExt cx="812800" cy="812800"/>
          </a:xfrm>
        </p:grpSpPr>
        <p:sp>
          <p:nvSpPr>
            <p:cNvPr id="24" name="Freeform 24"/>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grpSp>
        <p:nvGrpSpPr>
          <p:cNvPr id="26" name="Group 26"/>
          <p:cNvGrpSpPr/>
          <p:nvPr/>
        </p:nvGrpSpPr>
        <p:grpSpPr>
          <a:xfrm>
            <a:off x="5937924" y="971034"/>
            <a:ext cx="3040859" cy="3040859"/>
            <a:chOff x="0" y="0"/>
            <a:chExt cx="812800" cy="812800"/>
          </a:xfrm>
        </p:grpSpPr>
        <p:sp>
          <p:nvSpPr>
            <p:cNvPr id="27" name="Freeform 27"/>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blipFill>
              <a:blip r:embed="rId3"/>
              <a:stretch>
                <a:fillRect l="-25046" r="-25046"/>
              </a:stretch>
            </a:blipFill>
            <a:ln w="171450" cap="sq">
              <a:solidFill>
                <a:srgbClr val="F3F3F3"/>
              </a:solidFill>
              <a:prstDash val="solid"/>
              <a:miter/>
            </a:ln>
          </p:spPr>
          <p:txBody>
            <a:bodyPr/>
            <a:lstStyle/>
            <a:p>
              <a:endParaRPr lang="en-IN" sz="700"/>
            </a:p>
          </p:txBody>
        </p:sp>
      </p:grpSp>
      <p:grpSp>
        <p:nvGrpSpPr>
          <p:cNvPr id="28" name="Group 28"/>
          <p:cNvGrpSpPr/>
          <p:nvPr/>
        </p:nvGrpSpPr>
        <p:grpSpPr>
          <a:xfrm>
            <a:off x="0" y="3022795"/>
            <a:ext cx="4224335" cy="394131"/>
            <a:chOff x="0" y="0"/>
            <a:chExt cx="4355842" cy="406400"/>
          </a:xfrm>
        </p:grpSpPr>
        <p:sp>
          <p:nvSpPr>
            <p:cNvPr id="29" name="Freeform 29"/>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34" name="Freeform 34"/>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IN" sz="700"/>
          </a:p>
        </p:txBody>
      </p:sp>
      <p:sp>
        <p:nvSpPr>
          <p:cNvPr id="35" name="Freeform 35"/>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IN" sz="700"/>
          </a:p>
        </p:txBody>
      </p:sp>
      <p:sp>
        <p:nvSpPr>
          <p:cNvPr id="36" name="Freeform 36"/>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IN" sz="700"/>
          </a:p>
        </p:txBody>
      </p:sp>
      <p:sp>
        <p:nvSpPr>
          <p:cNvPr id="37" name="TextBox 37"/>
          <p:cNvSpPr txBox="1"/>
          <p:nvPr/>
        </p:nvSpPr>
        <p:spPr>
          <a:xfrm>
            <a:off x="390235" y="1159156"/>
            <a:ext cx="4005098" cy="1619033"/>
          </a:xfrm>
          <a:prstGeom prst="rect">
            <a:avLst/>
          </a:prstGeom>
        </p:spPr>
        <p:txBody>
          <a:bodyPr lIns="0" tIns="0" rIns="0" bIns="0" rtlCol="0" anchor="t">
            <a:spAutoFit/>
          </a:bodyPr>
          <a:lstStyle/>
          <a:p>
            <a:pPr algn="ctr">
              <a:lnSpc>
                <a:spcPts val="4395"/>
              </a:lnSpc>
            </a:pPr>
            <a:r>
              <a:rPr lang="en-US" sz="2400" b="1" dirty="0" smtClean="0">
                <a:solidFill>
                  <a:srgbClr val="0D358D"/>
                </a:solidFill>
                <a:latin typeface="Arial Rounded MT Bold" panose="020F0704030504030204" pitchFamily="34" charset="0"/>
                <a:ea typeface="Aileron Ultra-Bold"/>
                <a:cs typeface="Aileron Ultra-Bold"/>
                <a:sym typeface="Aileron Ultra-Bold"/>
              </a:rPr>
              <a:t>Insurance Policy Portfolio Analysis and Reporting Tool</a:t>
            </a:r>
            <a:endParaRPr lang="en-US" sz="2400" b="1" dirty="0">
              <a:solidFill>
                <a:srgbClr val="0D358D"/>
              </a:solidFill>
              <a:latin typeface="Arial Rounded MT Bold" panose="020F0704030504030204" pitchFamily="34" charset="0"/>
              <a:ea typeface="Aileron Ultra-Bold"/>
              <a:cs typeface="Aileron Ultra-Bold"/>
              <a:sym typeface="Aileron Ultra-Bold"/>
            </a:endParaRPr>
          </a:p>
        </p:txBody>
      </p:sp>
      <p:sp>
        <p:nvSpPr>
          <p:cNvPr id="44" name="TextBox 44"/>
          <p:cNvSpPr txBox="1"/>
          <p:nvPr/>
        </p:nvSpPr>
        <p:spPr>
          <a:xfrm>
            <a:off x="466725" y="3100839"/>
            <a:ext cx="3809409" cy="243656"/>
          </a:xfrm>
          <a:prstGeom prst="rect">
            <a:avLst/>
          </a:prstGeom>
        </p:spPr>
        <p:txBody>
          <a:bodyPr lIns="0" tIns="0" rIns="0" bIns="0" rtlCol="0" anchor="t">
            <a:spAutoFit/>
          </a:bodyPr>
          <a:lstStyle/>
          <a:p>
            <a:pPr>
              <a:lnSpc>
                <a:spcPts val="1945"/>
              </a:lnSpc>
            </a:pPr>
            <a:r>
              <a:rPr lang="en-US" sz="1620" b="1" spc="583">
                <a:solidFill>
                  <a:srgbClr val="FFFFFF"/>
                </a:solidFill>
                <a:latin typeface="+mj-lt"/>
                <a:ea typeface="Aileron Bold"/>
                <a:cs typeface="Aileron Bold"/>
                <a:sym typeface="Aileron Bold"/>
              </a:rPr>
              <a:t>PRESENTATION 2026</a:t>
            </a:r>
          </a:p>
        </p:txBody>
      </p:sp>
      <p:grpSp>
        <p:nvGrpSpPr>
          <p:cNvPr id="64" name="Group 63"/>
          <p:cNvGrpSpPr/>
          <p:nvPr/>
        </p:nvGrpSpPr>
        <p:grpSpPr>
          <a:xfrm>
            <a:off x="121663" y="3568983"/>
            <a:ext cx="2058603" cy="1187506"/>
            <a:chOff x="378050" y="4295282"/>
            <a:chExt cx="2058603" cy="1187506"/>
          </a:xfrm>
        </p:grpSpPr>
        <p:sp>
          <p:nvSpPr>
            <p:cNvPr id="40" name="TextBox 40"/>
            <p:cNvSpPr txBox="1"/>
            <p:nvPr/>
          </p:nvSpPr>
          <p:spPr>
            <a:xfrm>
              <a:off x="803221" y="4295282"/>
              <a:ext cx="1633432" cy="154209"/>
            </a:xfrm>
            <a:prstGeom prst="rect">
              <a:avLst/>
            </a:prstGeom>
          </p:spPr>
          <p:txBody>
            <a:bodyPr lIns="0" tIns="0" rIns="0" bIns="0" rtlCol="0" anchor="t">
              <a:spAutoFit/>
            </a:bodyPr>
            <a:lstStyle/>
            <a:p>
              <a:pPr>
                <a:lnSpc>
                  <a:spcPts val="1295"/>
                </a:lnSpc>
              </a:pPr>
              <a:r>
                <a:rPr lang="en-US" sz="1000">
                  <a:latin typeface="+mj-lt"/>
                  <a:ea typeface="Aileron"/>
                  <a:cs typeface="Aileron"/>
                  <a:sym typeface="Aileron"/>
                </a:rPr>
                <a:t>Student Name</a:t>
              </a:r>
            </a:p>
          </p:txBody>
        </p:sp>
        <p:sp>
          <p:nvSpPr>
            <p:cNvPr id="42" name="TextBox 42"/>
            <p:cNvSpPr txBox="1"/>
            <p:nvPr/>
          </p:nvSpPr>
          <p:spPr>
            <a:xfrm>
              <a:off x="803221" y="4456866"/>
              <a:ext cx="1633432" cy="1025922"/>
            </a:xfrm>
            <a:prstGeom prst="rect">
              <a:avLst/>
            </a:prstGeom>
          </p:spPr>
          <p:txBody>
            <a:bodyPr lIns="0" tIns="0" rIns="0" bIns="0" rtlCol="0" anchor="t">
              <a:spAutoFit/>
            </a:bodyPr>
            <a:lstStyle/>
            <a:p>
              <a:pPr>
                <a:lnSpc>
                  <a:spcPts val="2040"/>
                </a:lnSpc>
              </a:pPr>
              <a:r>
                <a:rPr lang="en-US" sz="1200" b="1" dirty="0" err="1" smtClean="0">
                  <a:solidFill>
                    <a:srgbClr val="0D358D"/>
                  </a:solidFill>
                  <a:latin typeface="+mj-lt"/>
                  <a:ea typeface="Aileron Bold"/>
                  <a:cs typeface="Aileron Bold"/>
                  <a:sym typeface="Aileron Bold"/>
                </a:rPr>
                <a:t>Sonam</a:t>
              </a:r>
              <a:r>
                <a:rPr lang="en-US" sz="1200" b="1" dirty="0" smtClean="0">
                  <a:solidFill>
                    <a:srgbClr val="0D358D"/>
                  </a:solidFill>
                  <a:latin typeface="+mj-lt"/>
                  <a:ea typeface="Aileron Bold"/>
                  <a:cs typeface="Aileron Bold"/>
                  <a:sym typeface="Aileron Bold"/>
                </a:rPr>
                <a:t> Singh</a:t>
              </a:r>
            </a:p>
            <a:p>
              <a:pPr>
                <a:lnSpc>
                  <a:spcPts val="2040"/>
                </a:lnSpc>
              </a:pPr>
              <a:r>
                <a:rPr lang="en-US" sz="1200" b="1" dirty="0" err="1" smtClean="0">
                  <a:solidFill>
                    <a:srgbClr val="0D358D"/>
                  </a:solidFill>
                  <a:latin typeface="+mj-lt"/>
                  <a:ea typeface="Aileron Bold"/>
                  <a:cs typeface="Aileron Bold"/>
                  <a:sym typeface="Aileron Bold"/>
                </a:rPr>
                <a:t>Shifa</a:t>
              </a:r>
              <a:r>
                <a:rPr lang="en-US" sz="1200" b="1" dirty="0" smtClean="0">
                  <a:solidFill>
                    <a:srgbClr val="0D358D"/>
                  </a:solidFill>
                  <a:latin typeface="+mj-lt"/>
                  <a:ea typeface="Aileron Bold"/>
                  <a:cs typeface="Aileron Bold"/>
                  <a:sym typeface="Aileron Bold"/>
                </a:rPr>
                <a:t> </a:t>
              </a:r>
              <a:r>
                <a:rPr lang="en-US" sz="1200" b="1" dirty="0" err="1" smtClean="0">
                  <a:solidFill>
                    <a:srgbClr val="0D358D"/>
                  </a:solidFill>
                  <a:latin typeface="+mj-lt"/>
                  <a:ea typeface="Aileron Bold"/>
                  <a:cs typeface="Aileron Bold"/>
                  <a:sym typeface="Aileron Bold"/>
                </a:rPr>
                <a:t>Bano</a:t>
              </a:r>
              <a:endParaRPr lang="en-US" sz="1200" b="1" dirty="0" smtClean="0">
                <a:solidFill>
                  <a:srgbClr val="0D358D"/>
                </a:solidFill>
                <a:latin typeface="+mj-lt"/>
                <a:ea typeface="Aileron Bold"/>
                <a:cs typeface="Aileron Bold"/>
                <a:sym typeface="Aileron Bold"/>
              </a:endParaRPr>
            </a:p>
            <a:p>
              <a:pPr>
                <a:lnSpc>
                  <a:spcPts val="2040"/>
                </a:lnSpc>
              </a:pPr>
              <a:r>
                <a:rPr lang="en-US" sz="1200" b="1" dirty="0" err="1" smtClean="0">
                  <a:solidFill>
                    <a:srgbClr val="0D358D"/>
                  </a:solidFill>
                  <a:latin typeface="+mj-lt"/>
                  <a:ea typeface="Aileron Bold"/>
                  <a:cs typeface="Aileron Bold"/>
                  <a:sym typeface="Aileron Bold"/>
                </a:rPr>
                <a:t>Pranjali</a:t>
              </a:r>
              <a:r>
                <a:rPr lang="en-US" sz="1200" b="1" dirty="0" smtClean="0">
                  <a:solidFill>
                    <a:srgbClr val="0D358D"/>
                  </a:solidFill>
                  <a:latin typeface="+mj-lt"/>
                  <a:ea typeface="Aileron Bold"/>
                  <a:cs typeface="Aileron Bold"/>
                  <a:sym typeface="Aileron Bold"/>
                </a:rPr>
                <a:t> </a:t>
              </a:r>
              <a:r>
                <a:rPr lang="en-US" sz="1200" b="1" dirty="0" err="1" smtClean="0">
                  <a:solidFill>
                    <a:srgbClr val="0D358D"/>
                  </a:solidFill>
                  <a:latin typeface="+mj-lt"/>
                  <a:ea typeface="Aileron Bold"/>
                  <a:cs typeface="Aileron Bold"/>
                  <a:sym typeface="Aileron Bold"/>
                </a:rPr>
                <a:t>Chawan</a:t>
              </a:r>
              <a:endParaRPr lang="en-US" sz="1200" b="1" dirty="0" smtClean="0">
                <a:solidFill>
                  <a:srgbClr val="0D358D"/>
                </a:solidFill>
                <a:latin typeface="+mj-lt"/>
                <a:ea typeface="Aileron Bold"/>
                <a:cs typeface="Aileron Bold"/>
                <a:sym typeface="Aileron Bold"/>
              </a:endParaRPr>
            </a:p>
            <a:p>
              <a:pPr>
                <a:lnSpc>
                  <a:spcPts val="2040"/>
                </a:lnSpc>
              </a:pPr>
              <a:r>
                <a:rPr lang="en-US" sz="1200" b="1" dirty="0" err="1" smtClean="0">
                  <a:solidFill>
                    <a:srgbClr val="0D358D"/>
                  </a:solidFill>
                  <a:latin typeface="+mj-lt"/>
                  <a:ea typeface="Aileron Bold"/>
                  <a:cs typeface="Aileron Bold"/>
                  <a:sym typeface="Aileron Bold"/>
                </a:rPr>
                <a:t>Molishka</a:t>
              </a:r>
              <a:r>
                <a:rPr lang="en-US" sz="1200" b="1" dirty="0" smtClean="0">
                  <a:solidFill>
                    <a:srgbClr val="0D358D"/>
                  </a:solidFill>
                  <a:latin typeface="+mj-lt"/>
                  <a:ea typeface="Aileron Bold"/>
                  <a:cs typeface="Aileron Bold"/>
                  <a:sym typeface="Aileron Bold"/>
                </a:rPr>
                <a:t> </a:t>
              </a:r>
              <a:r>
                <a:rPr lang="en-US" sz="1200" b="1" dirty="0" err="1" smtClean="0">
                  <a:solidFill>
                    <a:srgbClr val="0D358D"/>
                  </a:solidFill>
                  <a:latin typeface="+mj-lt"/>
                  <a:ea typeface="Aileron Bold"/>
                  <a:cs typeface="Aileron Bold"/>
                  <a:sym typeface="Aileron Bold"/>
                </a:rPr>
                <a:t>Rokade</a:t>
              </a:r>
              <a:endParaRPr lang="en-US" sz="1200" b="1" dirty="0">
                <a:solidFill>
                  <a:srgbClr val="0D358D"/>
                </a:solidFill>
                <a:latin typeface="+mj-lt"/>
                <a:ea typeface="Aileron Bold"/>
                <a:cs typeface="Aileron Bold"/>
                <a:sym typeface="Aileron Bold"/>
              </a:endParaRPr>
            </a:p>
          </p:txBody>
        </p:sp>
        <p:pic>
          <p:nvPicPr>
            <p:cNvPr id="50" name="Picture 49" descr="A blue circle with a person and a envelope in it&#10;&#10;AI-generated content may be incorrect."/>
            <p:cNvPicPr>
              <a:picLocks noChangeAspect="1"/>
            </p:cNvPicPr>
            <p:nvPr/>
          </p:nvPicPr>
          <p:blipFill>
            <a:blip r:embed="rId6"/>
            <a:srcRect l="26757" t="2453" r="27842" b="53701"/>
            <a:stretch>
              <a:fillRect/>
            </a:stretch>
          </p:blipFill>
          <p:spPr>
            <a:xfrm>
              <a:off x="378050" y="4320144"/>
              <a:ext cx="395331" cy="381795"/>
            </a:xfrm>
            <a:prstGeom prst="rect">
              <a:avLst/>
            </a:prstGeom>
          </p:spPr>
        </p:pic>
      </p:grpSp>
      <p:grpSp>
        <p:nvGrpSpPr>
          <p:cNvPr id="65" name="Group 64"/>
          <p:cNvGrpSpPr/>
          <p:nvPr/>
        </p:nvGrpSpPr>
        <p:grpSpPr>
          <a:xfrm>
            <a:off x="1798928" y="3480799"/>
            <a:ext cx="2626834" cy="1998738"/>
            <a:chOff x="2710862" y="4295282"/>
            <a:chExt cx="2626834" cy="1998738"/>
          </a:xfrm>
        </p:grpSpPr>
        <p:sp>
          <p:nvSpPr>
            <p:cNvPr id="41" name="TextBox 41"/>
            <p:cNvSpPr txBox="1"/>
            <p:nvPr/>
          </p:nvSpPr>
          <p:spPr>
            <a:xfrm>
              <a:off x="3139699" y="4295282"/>
              <a:ext cx="1809978" cy="154209"/>
            </a:xfrm>
            <a:prstGeom prst="rect">
              <a:avLst/>
            </a:prstGeom>
          </p:spPr>
          <p:txBody>
            <a:bodyPr lIns="0" tIns="0" rIns="0" bIns="0" rtlCol="0" anchor="t">
              <a:spAutoFit/>
            </a:bodyPr>
            <a:lstStyle/>
            <a:p>
              <a:pPr>
                <a:lnSpc>
                  <a:spcPts val="1295"/>
                </a:lnSpc>
              </a:pPr>
              <a:r>
                <a:rPr lang="en-US" sz="1000">
                  <a:latin typeface="+mj-lt"/>
                  <a:ea typeface="Aileron"/>
                  <a:cs typeface="Aileron"/>
                  <a:sym typeface="Aileron"/>
                </a:rPr>
                <a:t>Student Email</a:t>
              </a:r>
            </a:p>
          </p:txBody>
        </p:sp>
        <p:sp>
          <p:nvSpPr>
            <p:cNvPr id="43" name="TextBox 43"/>
            <p:cNvSpPr txBox="1"/>
            <p:nvPr/>
          </p:nvSpPr>
          <p:spPr>
            <a:xfrm>
              <a:off x="3064825" y="4498657"/>
              <a:ext cx="2272871" cy="1795363"/>
            </a:xfrm>
            <a:prstGeom prst="rect">
              <a:avLst/>
            </a:prstGeom>
          </p:spPr>
          <p:txBody>
            <a:bodyPr lIns="0" tIns="0" rIns="0" bIns="0" rtlCol="0" anchor="t">
              <a:spAutoFit/>
            </a:bodyPr>
            <a:lstStyle/>
            <a:p>
              <a:pPr>
                <a:lnSpc>
                  <a:spcPts val="2040"/>
                </a:lnSpc>
              </a:pPr>
              <a:r>
                <a:rPr lang="en-US" sz="900" b="1" dirty="0" smtClean="0">
                  <a:solidFill>
                    <a:srgbClr val="0D358D"/>
                  </a:solidFill>
                  <a:ea typeface="Aileron Bold"/>
                  <a:cs typeface="Aileron Bold"/>
                  <a:sym typeface="Aileron Bold"/>
                  <a:hlinkClick r:id="rId7"/>
                </a:rPr>
                <a:t>sonamsushilsingh2372005@gmail.com</a:t>
              </a:r>
              <a:endParaRPr lang="en-US" sz="900" b="1" dirty="0" smtClean="0">
                <a:solidFill>
                  <a:srgbClr val="0D358D"/>
                </a:solidFill>
                <a:ea typeface="Aileron Bold"/>
                <a:cs typeface="Aileron Bold"/>
                <a:sym typeface="Aileron Bold"/>
              </a:endParaRPr>
            </a:p>
            <a:p>
              <a:pPr>
                <a:lnSpc>
                  <a:spcPts val="2040"/>
                </a:lnSpc>
              </a:pPr>
              <a:r>
                <a:rPr lang="en-US" sz="900" b="1" dirty="0" smtClean="0">
                  <a:solidFill>
                    <a:srgbClr val="0D358D"/>
                  </a:solidFill>
                  <a:ea typeface="Aileron Bold"/>
                  <a:cs typeface="Aileron Bold"/>
                  <a:sym typeface="Aileron Bold"/>
                  <a:hlinkClick r:id="rId8"/>
                </a:rPr>
                <a:t>shifakhannnn835@gmail.com</a:t>
              </a:r>
              <a:endParaRPr lang="en-US" sz="900" b="1" dirty="0" smtClean="0">
                <a:solidFill>
                  <a:srgbClr val="0D358D"/>
                </a:solidFill>
                <a:ea typeface="Aileron Bold"/>
                <a:cs typeface="Aileron Bold"/>
                <a:sym typeface="Aileron Bold"/>
              </a:endParaRPr>
            </a:p>
            <a:p>
              <a:pPr>
                <a:lnSpc>
                  <a:spcPts val="2040"/>
                </a:lnSpc>
              </a:pPr>
              <a:r>
                <a:rPr lang="en-US" sz="900" b="1" dirty="0" smtClean="0">
                  <a:solidFill>
                    <a:srgbClr val="0D358D"/>
                  </a:solidFill>
                  <a:ea typeface="Aileron Bold"/>
                  <a:cs typeface="Aileron Bold"/>
                  <a:sym typeface="Aileron Bold"/>
                  <a:hlinkClick r:id="rId9"/>
                </a:rPr>
                <a:t>pranjalichawan53@gmail.com</a:t>
              </a:r>
              <a:endParaRPr lang="en-US" sz="900" b="1" dirty="0" smtClean="0">
                <a:solidFill>
                  <a:srgbClr val="0D358D"/>
                </a:solidFill>
                <a:ea typeface="Aileron Bold"/>
                <a:cs typeface="Aileron Bold"/>
                <a:sym typeface="Aileron Bold"/>
              </a:endParaRPr>
            </a:p>
            <a:p>
              <a:pPr>
                <a:lnSpc>
                  <a:spcPts val="2040"/>
                </a:lnSpc>
              </a:pPr>
              <a:r>
                <a:rPr lang="en-US" sz="900" b="1" u="sng" dirty="0" smtClean="0">
                  <a:solidFill>
                    <a:srgbClr val="0D358D"/>
                  </a:solidFill>
                  <a:ea typeface="Aileron Bold"/>
                  <a:cs typeface="Aileron Bold"/>
                  <a:sym typeface="Aileron Bold"/>
                </a:rPr>
                <a:t>rokademolishka@gmail.com</a:t>
              </a:r>
              <a:endParaRPr lang="en-US" sz="900" b="1" u="sng" dirty="0">
                <a:solidFill>
                  <a:srgbClr val="0D358D"/>
                </a:solidFill>
                <a:ea typeface="Aileron Bold"/>
                <a:cs typeface="Aileron Bold"/>
                <a:sym typeface="Aileron Bold"/>
              </a:endParaRPr>
            </a:p>
            <a:p>
              <a:pPr>
                <a:lnSpc>
                  <a:spcPts val="2040"/>
                </a:lnSpc>
              </a:pPr>
              <a:endParaRPr lang="en-US" b="1" dirty="0">
                <a:solidFill>
                  <a:srgbClr val="0D358D"/>
                </a:solidFill>
                <a:ea typeface="Aileron Bold"/>
                <a:cs typeface="Aileron Bold"/>
                <a:sym typeface="Aileron Bold"/>
              </a:endParaRPr>
            </a:p>
            <a:p>
              <a:pPr>
                <a:lnSpc>
                  <a:spcPts val="2040"/>
                </a:lnSpc>
              </a:pPr>
              <a:endParaRPr lang="en-US" b="1" dirty="0">
                <a:solidFill>
                  <a:srgbClr val="0D358D"/>
                </a:solidFill>
                <a:ea typeface="Aileron Bold"/>
                <a:cs typeface="Aileron Bold"/>
                <a:sym typeface="Aileron Bold"/>
              </a:endParaRPr>
            </a:p>
            <a:p>
              <a:pPr>
                <a:lnSpc>
                  <a:spcPts val="2040"/>
                </a:lnSpc>
              </a:pPr>
              <a:endParaRPr lang="en-US" b="1" dirty="0">
                <a:solidFill>
                  <a:srgbClr val="0D358D"/>
                </a:solidFill>
                <a:latin typeface="+mj-lt"/>
                <a:ea typeface="Aileron Bold"/>
                <a:cs typeface="Aileron Bold"/>
                <a:sym typeface="Aileron Bold"/>
              </a:endParaRPr>
            </a:p>
          </p:txBody>
        </p:sp>
        <p:pic>
          <p:nvPicPr>
            <p:cNvPr id="51" name="Picture 50" descr="A blue circle with a person and a envelope in it&#10;&#10;AI-generated content may be incorrect."/>
            <p:cNvPicPr>
              <a:picLocks noChangeAspect="1"/>
            </p:cNvPicPr>
            <p:nvPr/>
          </p:nvPicPr>
          <p:blipFill>
            <a:blip r:embed="rId6"/>
            <a:srcRect l="26859" t="52379" r="26874" b="2349"/>
            <a:stretch>
              <a:fillRect/>
            </a:stretch>
          </p:blipFill>
          <p:spPr>
            <a:xfrm>
              <a:off x="2710862" y="4307522"/>
              <a:ext cx="398279" cy="389719"/>
            </a:xfrm>
            <a:prstGeom prst="rect">
              <a:avLst/>
            </a:prstGeom>
          </p:spPr>
        </p:pic>
      </p:grpSp>
      <p:grpSp>
        <p:nvGrpSpPr>
          <p:cNvPr id="66" name="Group 65"/>
          <p:cNvGrpSpPr/>
          <p:nvPr/>
        </p:nvGrpSpPr>
        <p:grpSpPr>
          <a:xfrm>
            <a:off x="4484489" y="3934886"/>
            <a:ext cx="2272871" cy="403702"/>
            <a:chOff x="3139699" y="4295282"/>
            <a:chExt cx="2272871" cy="403702"/>
          </a:xfrm>
        </p:grpSpPr>
        <p:sp>
          <p:nvSpPr>
            <p:cNvPr id="67" name="TextBox 41"/>
            <p:cNvSpPr txBox="1"/>
            <p:nvPr/>
          </p:nvSpPr>
          <p:spPr>
            <a:xfrm>
              <a:off x="3139699" y="4295282"/>
              <a:ext cx="1809978" cy="154209"/>
            </a:xfrm>
            <a:prstGeom prst="rect">
              <a:avLst/>
            </a:prstGeom>
          </p:spPr>
          <p:txBody>
            <a:bodyPr lIns="0" tIns="0" rIns="0" bIns="0" rtlCol="0" anchor="t">
              <a:spAutoFit/>
            </a:bodyPr>
            <a:lstStyle/>
            <a:p>
              <a:pPr>
                <a:lnSpc>
                  <a:spcPts val="1295"/>
                </a:lnSpc>
              </a:pPr>
              <a:r>
                <a:rPr lang="en-US" sz="1000">
                  <a:latin typeface="+mj-lt"/>
                  <a:ea typeface="Aileron"/>
                  <a:cs typeface="Aileron"/>
                  <a:sym typeface="Aileron"/>
                </a:rPr>
                <a:t>Guide</a:t>
              </a:r>
            </a:p>
          </p:txBody>
        </p:sp>
        <p:sp>
          <p:nvSpPr>
            <p:cNvPr id="68" name="TextBox 43"/>
            <p:cNvSpPr txBox="1"/>
            <p:nvPr/>
          </p:nvSpPr>
          <p:spPr>
            <a:xfrm>
              <a:off x="3139699" y="4456866"/>
              <a:ext cx="2272871" cy="242118"/>
            </a:xfrm>
            <a:prstGeom prst="rect">
              <a:avLst/>
            </a:prstGeom>
          </p:spPr>
          <p:txBody>
            <a:bodyPr lIns="0" tIns="0" rIns="0" bIns="0" rtlCol="0" anchor="t">
              <a:spAutoFit/>
            </a:bodyPr>
            <a:lstStyle/>
            <a:p>
              <a:pPr>
                <a:lnSpc>
                  <a:spcPts val="2040"/>
                </a:lnSpc>
              </a:pPr>
              <a:r>
                <a:rPr lang="en-US" b="1" dirty="0">
                  <a:solidFill>
                    <a:srgbClr val="0D358D"/>
                  </a:solidFill>
                  <a:latin typeface="+mj-lt"/>
                  <a:ea typeface="Aileron Bold"/>
                  <a:cs typeface="Aileron Bold"/>
                  <a:sym typeface="Aileron Bold"/>
                </a:rPr>
                <a:t>Hrishikesh Mahure</a:t>
              </a:r>
            </a:p>
          </p:txBody>
        </p:sp>
      </p:grpSp>
      <p:pic>
        <p:nvPicPr>
          <p:cNvPr id="71" name="Picture 70"/>
          <p:cNvPicPr>
            <a:picLocks noChangeAspect="1"/>
          </p:cNvPicPr>
          <p:nvPr/>
        </p:nvPicPr>
        <p:blipFill>
          <a:blip r:embed="rId10"/>
          <a:srcRect l="28109" t="6546" r="28551" b="49509"/>
          <a:stretch>
            <a:fillRect/>
          </a:stretch>
        </p:blipFill>
        <p:spPr>
          <a:xfrm>
            <a:off x="4026939" y="3964339"/>
            <a:ext cx="375815" cy="381063"/>
          </a:xfrm>
          <a:prstGeom prst="rect">
            <a:avLst/>
          </a:prstGeom>
        </p:spPr>
      </p:pic>
      <p:grpSp>
        <p:nvGrpSpPr>
          <p:cNvPr id="74" name="Group 73"/>
          <p:cNvGrpSpPr/>
          <p:nvPr/>
        </p:nvGrpSpPr>
        <p:grpSpPr>
          <a:xfrm>
            <a:off x="428531" y="723117"/>
            <a:ext cx="3828596" cy="358658"/>
            <a:chOff x="317090" y="723117"/>
            <a:chExt cx="3402811" cy="318771"/>
          </a:xfrm>
        </p:grpSpPr>
        <p:pic>
          <p:nvPicPr>
            <p:cNvPr id="53" name="Picture 52" descr="A close up of a logo&#10;&#10;AI-generated content may be incorrect."/>
            <p:cNvPicPr>
              <a:picLocks noChangeAspect="1"/>
            </p:cNvPicPr>
            <p:nvPr/>
          </p:nvPicPr>
          <p:blipFill>
            <a:blip r:embed="rId11"/>
            <a:srcRect t="19648" b="19158"/>
            <a:stretch>
              <a:fillRect/>
            </a:stretch>
          </p:blipFill>
          <p:spPr>
            <a:xfrm>
              <a:off x="317090" y="768985"/>
              <a:ext cx="898442" cy="202049"/>
            </a:xfrm>
            <a:prstGeom prst="rect">
              <a:avLst/>
            </a:prstGeom>
          </p:spPr>
        </p:pic>
        <p:pic>
          <p:nvPicPr>
            <p:cNvPr id="55" name="Picture 54" descr="A blue and black logo&#10;&#10;AI-generated content may be incorrect."/>
            <p:cNvPicPr>
              <a:picLocks noChangeAspect="1"/>
            </p:cNvPicPr>
            <p:nvPr/>
          </p:nvPicPr>
          <p:blipFill>
            <a:blip r:embed="rId12"/>
            <a:stretch>
              <a:fillRect/>
            </a:stretch>
          </p:blipFill>
          <p:spPr>
            <a:xfrm>
              <a:off x="1284656" y="798128"/>
              <a:ext cx="562495" cy="141182"/>
            </a:xfrm>
            <a:prstGeom prst="rect">
              <a:avLst/>
            </a:prstGeom>
          </p:spPr>
        </p:pic>
        <p:pic>
          <p:nvPicPr>
            <p:cNvPr id="57" name="Picture 56" descr="A close up of a logo&#10;&#10;AI-generated content may be incorrect."/>
            <p:cNvPicPr>
              <a:picLocks noChangeAspect="1"/>
            </p:cNvPicPr>
            <p:nvPr/>
          </p:nvPicPr>
          <p:blipFill>
            <a:blip r:embed="rId13"/>
            <a:stretch>
              <a:fillRect/>
            </a:stretch>
          </p:blipFill>
          <p:spPr>
            <a:xfrm>
              <a:off x="2636460" y="792102"/>
              <a:ext cx="501675" cy="163167"/>
            </a:xfrm>
            <a:prstGeom prst="rect">
              <a:avLst/>
            </a:prstGeom>
          </p:spPr>
        </p:pic>
        <p:pic>
          <p:nvPicPr>
            <p:cNvPr id="63" name="Picture 62"/>
            <p:cNvPicPr>
              <a:picLocks noChangeAspect="1"/>
            </p:cNvPicPr>
            <p:nvPr/>
          </p:nvPicPr>
          <p:blipFill>
            <a:blip r:embed="rId14"/>
            <a:stretch>
              <a:fillRect/>
            </a:stretch>
          </p:blipFill>
          <p:spPr>
            <a:xfrm>
              <a:off x="3398442" y="792102"/>
              <a:ext cx="321459" cy="164179"/>
            </a:xfrm>
            <a:prstGeom prst="rect">
              <a:avLst/>
            </a:prstGeom>
          </p:spPr>
        </p:pic>
        <p:pic>
          <p:nvPicPr>
            <p:cNvPr id="73" name="Picture 72" descr="A black and white image&#10;&#10;AI-generated content may be incorrect."/>
            <p:cNvPicPr>
              <a:picLocks noChangeAspect="1"/>
            </p:cNvPicPr>
            <p:nvPr/>
          </p:nvPicPr>
          <p:blipFill>
            <a:blip r:embed="rId15"/>
            <a:srcRect t="19206" b="17252"/>
            <a:stretch>
              <a:fillRect/>
            </a:stretch>
          </p:blipFill>
          <p:spPr>
            <a:xfrm>
              <a:off x="2023625" y="723117"/>
              <a:ext cx="501676" cy="318771"/>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5" name="TextBox 1174"/>
          <p:cNvSpPr txBox="1"/>
          <p:nvPr/>
        </p:nvSpPr>
        <p:spPr>
          <a:xfrm>
            <a:off x="125239" y="674036"/>
            <a:ext cx="4624216"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200" b="1" dirty="0">
                <a:solidFill>
                  <a:srgbClr val="002060"/>
                </a:solidFill>
                <a:latin typeface="Arial" panose="020B0604020202020204" pitchFamily="34" charset="0"/>
                <a:cs typeface="Arial" panose="020B0604020202020204" pitchFamily="34" charset="0"/>
              </a:rPr>
              <a:t>OUTLINE</a:t>
            </a:r>
            <a:endParaRPr lang="en-US" sz="2200" b="1" dirty="0"/>
          </a:p>
        </p:txBody>
      </p:sp>
      <p:sp>
        <p:nvSpPr>
          <p:cNvPr id="4" name="TextBox 3"/>
          <p:cNvSpPr txBox="1"/>
          <p:nvPr/>
        </p:nvSpPr>
        <p:spPr>
          <a:xfrm>
            <a:off x="125239" y="1104923"/>
            <a:ext cx="4446761" cy="2780248"/>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600" dirty="0" smtClean="0">
                <a:solidFill>
                  <a:schemeClr val="tx1"/>
                </a:solidFill>
                <a:effectLst/>
                <a:latin typeface="Arial" panose="020B0604020202020204" pitchFamily="34" charset="0"/>
                <a:ea typeface="Times New Roman" panose="02020603050405020304" pitchFamily="18" charset="0"/>
                <a:cs typeface="Arial" panose="020B0604020202020204" pitchFamily="34" charset="0"/>
              </a:rPr>
              <a:t>Abstract of the Project</a:t>
            </a:r>
            <a:endParaRPr lang="en-IN" sz="1600" dirty="0" smtClean="0">
              <a:solidFill>
                <a:schemeClr val="tx1"/>
              </a:solidFill>
              <a:latin typeface="Arial" panose="020B0604020202020204"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600" dirty="0" smtClean="0">
                <a:latin typeface="Arial" panose="020B0604020202020204"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600" dirty="0" smtClean="0">
                <a:latin typeface="Arial" panose="020B0604020202020204"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600" dirty="0" smtClean="0">
                <a:latin typeface="Arial" panose="020B0604020202020204" pitchFamily="34" charset="0"/>
                <a:ea typeface="+mn-lt"/>
                <a:cs typeface="Arial" panose="020B0604020202020204" pitchFamily="34" charset="0"/>
              </a:rPr>
              <a:t>System </a:t>
            </a:r>
            <a:r>
              <a:rPr lang="en-US" sz="1600" dirty="0">
                <a:latin typeface="Arial" panose="020B0604020202020204" pitchFamily="34" charset="0"/>
                <a:ea typeface="+mn-lt"/>
                <a:cs typeface="Arial" panose="020B0604020202020204" pitchFamily="34" charset="0"/>
              </a:rPr>
              <a:t>Architecture</a:t>
            </a:r>
          </a:p>
          <a:p>
            <a:pPr marL="228600" indent="-228600">
              <a:spcAft>
                <a:spcPts val="800"/>
              </a:spcAft>
              <a:buFont typeface="Arial" panose="020B0604020202020204" pitchFamily="34" charset="0"/>
              <a:buChar char="•"/>
              <a:tabLst>
                <a:tab pos="4229100" algn="ctr"/>
              </a:tabLst>
            </a:pPr>
            <a:r>
              <a:rPr lang="en-US" sz="1600" dirty="0">
                <a:latin typeface="Arial" panose="020B0604020202020204"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600" dirty="0">
                <a:latin typeface="Arial" panose="020B0604020202020204" pitchFamily="34" charset="0"/>
                <a:ea typeface="+mn-lt"/>
                <a:cs typeface="Arial" panose="020B0604020202020204" pitchFamily="34" charset="0"/>
              </a:rPr>
              <a:t>Project Demo Screenshots</a:t>
            </a:r>
          </a:p>
          <a:p>
            <a:pPr marL="228600" indent="-228600">
              <a:spcAft>
                <a:spcPts val="800"/>
              </a:spcAft>
              <a:buFont typeface="Arial" panose="020B0604020202020204" pitchFamily="34" charset="0"/>
              <a:buChar char="•"/>
              <a:tabLst>
                <a:tab pos="4229100" algn="ctr"/>
              </a:tabLst>
            </a:pPr>
            <a:r>
              <a:rPr lang="en-IN" sz="1600" dirty="0">
                <a:latin typeface="Arial" panose="020B0604020202020204"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600" dirty="0">
                <a:latin typeface="Arial" panose="020B0604020202020204" pitchFamily="34" charset="0"/>
                <a:ea typeface="+mn-lt"/>
                <a:cs typeface="Arial" panose="020B0604020202020204" pitchFamily="34" charset="0"/>
              </a:rPr>
              <a:t>Future Scope</a:t>
            </a:r>
          </a:p>
        </p:txBody>
      </p:sp>
      <p:pic>
        <p:nvPicPr>
          <p:cNvPr id="3" name="Picture 2" descr="A screen shot of a computer&#10;&#10;AI-generated content may be incorrect."/>
          <p:cNvPicPr>
            <a:picLocks noChangeAspect="1"/>
          </p:cNvPicPr>
          <p:nvPr/>
        </p:nvPicPr>
        <p:blipFill>
          <a:blip r:embed="rId3"/>
          <a:srcRect l="25250" t="7320" r="18976" b="28715"/>
          <a:stretch>
            <a:fillRect/>
          </a:stretch>
        </p:blipFill>
        <p:spPr>
          <a:xfrm>
            <a:off x="5040104" y="735572"/>
            <a:ext cx="2868706" cy="3290047"/>
          </a:xfrm>
          <a:prstGeom prst="rect">
            <a:avLst/>
          </a:prstGeom>
          <a:ln>
            <a:solidFill>
              <a:schemeClr val="tx1"/>
            </a:solid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43510" y="504825"/>
            <a:ext cx="8520430" cy="529590"/>
          </a:xfrm>
          <a:prstGeom prst="rect">
            <a:avLst/>
          </a:prstGeom>
          <a:noFill/>
        </p:spPr>
        <p:txBody>
          <a:bodyPr rot="0" spcFirstLastPara="0" vertOverflow="overflow" horzOverflow="overflow" vert="horz" wrap="square" lIns="91440" tIns="45720" rIns="91440" bIns="45720" numCol="1" spcCol="0" rtlCol="0" fromWordArt="0" anchor="t" anchorCtr="0" forceAA="0" compatLnSpc="1">
            <a:noAutofit/>
          </a:bodyPr>
          <a:lstStyle/>
          <a:p>
            <a:r>
              <a:rPr lang="en-US" sz="2400" b="1" dirty="0">
                <a:solidFill>
                  <a:srgbClr val="002060"/>
                </a:solidFill>
                <a:latin typeface="Arial" panose="020B0604020202020204" pitchFamily="34" charset="0"/>
                <a:cs typeface="Arial" panose="020B0604020202020204" pitchFamily="34" charset="0"/>
              </a:rPr>
              <a:t>Abstract</a:t>
            </a:r>
            <a:endParaRPr lang="en-IN" sz="2400" b="1" dirty="0">
              <a:solidFill>
                <a:srgbClr val="002060"/>
              </a:solidFill>
              <a:latin typeface="Arial" panose="020B0604020202020204" pitchFamily="34" charset="0"/>
              <a:cs typeface="Arial" panose="020B0604020202020204" pitchFamily="34" charset="0"/>
            </a:endParaRPr>
          </a:p>
        </p:txBody>
      </p:sp>
      <p:sp>
        <p:nvSpPr>
          <p:cNvPr id="3" name="TextBox 2"/>
          <p:cNvSpPr txBox="1"/>
          <p:nvPr/>
        </p:nvSpPr>
        <p:spPr>
          <a:xfrm>
            <a:off x="192963" y="1152455"/>
            <a:ext cx="4446761" cy="2554545"/>
          </a:xfrm>
          <a:prstGeom prst="rect">
            <a:avLst/>
          </a:prstGeom>
          <a:noFill/>
        </p:spPr>
        <p:txBody>
          <a:bodyPr wrap="square">
            <a:spAutoFit/>
          </a:bodyPr>
          <a:lstStyle/>
          <a:p>
            <a:pPr>
              <a:spcAft>
                <a:spcPts val="800"/>
              </a:spcAft>
              <a:tabLst>
                <a:tab pos="4229100" algn="ctr"/>
              </a:tabLst>
            </a:pPr>
            <a:r>
              <a:rPr lang="en-US" sz="1600" dirty="0">
                <a:latin typeface="Arial" panose="020B0604020202020204" pitchFamily="34" charset="0"/>
                <a:ea typeface="+mn-lt"/>
                <a:cs typeface="Arial" panose="020B0604020202020204" pitchFamily="34" charset="0"/>
              </a:rPr>
              <a:t>This project develops a centralized analytical platform to transform fragmented insurance data into actionable intelligence. By automating risk assessment and KPI reporting, the tool enables insurers to identify loss patterns, ensure regulatory compliance, and transition from reactive management to data-driven strategy. It ultimately optimizes portfolio stability and drives long-term profitability through real-time, predictive insights.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1106" y="720523"/>
            <a:ext cx="3664825" cy="36648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25239" y="531835"/>
            <a:ext cx="4979897" cy="573088"/>
          </a:xfrm>
          <a:prstGeom prst="rect">
            <a:avLst/>
          </a:prstGeom>
        </p:spPr>
        <p:txBody>
          <a:bodyPr anchor="ctr"/>
          <a:lstStyle/>
          <a:p>
            <a:pPr algn="just">
              <a:lnSpc>
                <a:spcPct val="100000"/>
              </a:lnSpc>
            </a:pPr>
            <a:r>
              <a:rPr lang="en-US" sz="2200" b="1" dirty="0">
                <a:solidFill>
                  <a:srgbClr val="002060"/>
                </a:solidFill>
                <a:latin typeface="Arial" panose="020B0604020202020204" pitchFamily="34" charset="0"/>
                <a:cs typeface="Arial" panose="020B0604020202020204" pitchFamily="34" charset="0"/>
              </a:rPr>
              <a:t>Problem</a:t>
            </a:r>
            <a:r>
              <a:rPr lang="en-US" sz="2200" b="1" dirty="0">
                <a:solidFill>
                  <a:schemeClr val="accent1"/>
                </a:solidFill>
                <a:latin typeface="Arial" panose="020B0604020202020204" pitchFamily="34" charset="0"/>
                <a:cs typeface="Arial" panose="020B0604020202020204" pitchFamily="34" charset="0"/>
              </a:rPr>
              <a:t> </a:t>
            </a:r>
            <a:r>
              <a:rPr lang="en-US" sz="2200" b="1" dirty="0">
                <a:solidFill>
                  <a:srgbClr val="002060"/>
                </a:solidFill>
                <a:latin typeface="Arial" panose="020B0604020202020204" pitchFamily="34" charset="0"/>
                <a:cs typeface="Arial" panose="020B0604020202020204" pitchFamily="34" charset="0"/>
              </a:rPr>
              <a:t>Statement</a:t>
            </a:r>
            <a:endParaRPr lang="en-IN" sz="2200" b="1" dirty="0">
              <a:solidFill>
                <a:srgbClr val="002060"/>
              </a:solidFill>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223776" y="3237185"/>
            <a:ext cx="1832772" cy="1671689"/>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1451" y="1312713"/>
            <a:ext cx="2061983" cy="1647179"/>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8335" y="3179056"/>
            <a:ext cx="1875102" cy="1721285"/>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01450" y="3179056"/>
            <a:ext cx="2061983" cy="1787946"/>
          </a:xfrm>
          <a:prstGeom prst="rect">
            <a:avLst/>
          </a:prstGeom>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22426" y="1287193"/>
            <a:ext cx="1907614" cy="1672700"/>
          </a:xfrm>
          <a:prstGeom prst="rect">
            <a:avLst/>
          </a:prstGeom>
        </p:spPr>
      </p:pic>
      <p:pic>
        <p:nvPicPr>
          <p:cNvPr id="10" name="Picture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6047" y="1289982"/>
            <a:ext cx="1823015" cy="16699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25504" y="650689"/>
            <a:ext cx="8521700" cy="3970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spAutoFit/>
          </a:bodyPr>
          <a:lstStyle/>
          <a:p>
            <a:pPr algn="just"/>
            <a:r>
              <a:rPr lang="en-US" sz="2200" b="1" dirty="0">
                <a:solidFill>
                  <a:srgbClr val="002060"/>
                </a:solidFill>
                <a:latin typeface="Arial" panose="020B0604020202020204" pitchFamily="34" charset="0"/>
                <a:cs typeface="Arial" panose="020B0604020202020204" pitchFamily="34" charset="0"/>
              </a:rPr>
              <a:t>Proposed Solution</a:t>
            </a:r>
            <a:endParaRPr lang="en-IN" sz="2200" b="1" dirty="0">
              <a:solidFill>
                <a:srgbClr val="002060"/>
              </a:solidFill>
              <a:latin typeface="Arial" panose="020B0604020202020204" pitchFamily="34" charset="0"/>
              <a:cs typeface="Arial" panose="020B0604020202020204" pitchFamily="34" charset="0"/>
            </a:endParaRPr>
          </a:p>
        </p:txBody>
      </p:sp>
      <p:sp>
        <p:nvSpPr>
          <p:cNvPr id="3" name="TextBox 9"/>
          <p:cNvSpPr txBox="1"/>
          <p:nvPr/>
        </p:nvSpPr>
        <p:spPr>
          <a:xfrm>
            <a:off x="333704" y="1482164"/>
            <a:ext cx="4343399" cy="1795363"/>
          </a:xfrm>
          <a:prstGeom prst="rect">
            <a:avLst/>
          </a:prstGeom>
        </p:spPr>
        <p:txBody>
          <a:bodyPr wrap="square" lIns="0" tIns="0" rIns="0" bIns="0" rtlCol="0" anchor="t">
            <a:spAutoFit/>
          </a:bodyPr>
          <a:lstStyle/>
          <a:p>
            <a:pPr marL="285750" indent="-285750" algn="just">
              <a:spcAft>
                <a:spcPts val="800"/>
              </a:spcAft>
              <a:buFont typeface="Wingdings" panose="05000000000000000000" charset="0"/>
              <a:buChar char="Ø"/>
            </a:pPr>
            <a:r>
              <a:rPr lang="en-US" sz="1800" dirty="0">
                <a:solidFill>
                  <a:srgbClr val="000000"/>
                </a:solidFill>
                <a:latin typeface="Arial" panose="020B0604020202020204" pitchFamily="34" charset="0"/>
                <a:ea typeface="Aileron"/>
                <a:cs typeface="Arial" panose="020B0604020202020204" pitchFamily="34" charset="0"/>
                <a:sym typeface="Aileron"/>
              </a:rPr>
              <a:t>Centralized </a:t>
            </a:r>
            <a:r>
              <a:rPr lang="en-US" sz="1800" dirty="0" smtClean="0">
                <a:solidFill>
                  <a:srgbClr val="000000"/>
                </a:solidFill>
                <a:latin typeface="Arial" panose="020B0604020202020204" pitchFamily="34" charset="0"/>
                <a:ea typeface="Aileron"/>
                <a:cs typeface="Arial" panose="020B0604020202020204" pitchFamily="34" charset="0"/>
                <a:sym typeface="Aileron"/>
              </a:rPr>
              <a:t> </a:t>
            </a:r>
            <a:r>
              <a:rPr lang="en-US" sz="1800" dirty="0">
                <a:solidFill>
                  <a:srgbClr val="000000"/>
                </a:solidFill>
                <a:latin typeface="Arial" panose="020B0604020202020204" pitchFamily="34" charset="0"/>
                <a:ea typeface="Aileron"/>
                <a:cs typeface="Arial" panose="020B0604020202020204" pitchFamily="34" charset="0"/>
                <a:sym typeface="Aileron"/>
              </a:rPr>
              <a:t>Repository</a:t>
            </a:r>
          </a:p>
          <a:p>
            <a:pPr marL="285750" indent="-285750" algn="just">
              <a:spcAft>
                <a:spcPts val="800"/>
              </a:spcAft>
              <a:buFont typeface="Wingdings" panose="05000000000000000000" charset="0"/>
              <a:buChar char="Ø"/>
            </a:pPr>
            <a:r>
              <a:rPr lang="en-US" sz="1800" dirty="0">
                <a:solidFill>
                  <a:srgbClr val="000000"/>
                </a:solidFill>
                <a:latin typeface="Arial" panose="020B0604020202020204" pitchFamily="34" charset="0"/>
                <a:ea typeface="Aileron"/>
                <a:cs typeface="Arial" panose="020B0604020202020204" pitchFamily="34" charset="0"/>
                <a:sym typeface="Aileron"/>
              </a:rPr>
              <a:t>Real-Time </a:t>
            </a:r>
            <a:r>
              <a:rPr lang="en-US" sz="1800" dirty="0" smtClean="0">
                <a:latin typeface="Arial" panose="020B0604020202020204" pitchFamily="34" charset="0"/>
                <a:ea typeface="Aileron"/>
                <a:cs typeface="Arial" panose="020B0604020202020204" pitchFamily="34" charset="0"/>
                <a:sym typeface="Aileron"/>
              </a:rPr>
              <a:t>Analytics</a:t>
            </a:r>
            <a:r>
              <a:rPr lang="en-US" sz="1800" dirty="0" smtClean="0">
                <a:solidFill>
                  <a:srgbClr val="000000"/>
                </a:solidFill>
                <a:latin typeface="Arial" panose="020B0604020202020204" pitchFamily="34" charset="0"/>
                <a:ea typeface="Aileron"/>
                <a:cs typeface="Arial" panose="020B0604020202020204" pitchFamily="34" charset="0"/>
                <a:sym typeface="Aileron"/>
              </a:rPr>
              <a:t> Dashboard</a:t>
            </a:r>
          </a:p>
          <a:p>
            <a:pPr marL="285750" indent="-285750" algn="just">
              <a:spcAft>
                <a:spcPts val="800"/>
              </a:spcAft>
              <a:buFont typeface="Wingdings" panose="05000000000000000000" charset="0"/>
              <a:buChar char="Ø"/>
            </a:pPr>
            <a:r>
              <a:rPr lang="en-US" sz="1800" dirty="0" smtClean="0">
                <a:latin typeface="Arial" panose="020B0604020202020204" pitchFamily="34" charset="0"/>
                <a:ea typeface="Aileron"/>
                <a:cs typeface="Arial" panose="020B0604020202020204" pitchFamily="34" charset="0"/>
                <a:sym typeface="Aileron"/>
              </a:rPr>
              <a:t>Automated Reporting &amp; Alerts</a:t>
            </a:r>
          </a:p>
          <a:p>
            <a:pPr marL="285750" indent="-285750" algn="just">
              <a:spcAft>
                <a:spcPts val="800"/>
              </a:spcAft>
              <a:buFont typeface="Wingdings" panose="05000000000000000000" charset="0"/>
              <a:buChar char="Ø"/>
            </a:pPr>
            <a:r>
              <a:rPr lang="en-US" sz="1800" dirty="0" smtClean="0">
                <a:solidFill>
                  <a:srgbClr val="000000"/>
                </a:solidFill>
                <a:latin typeface="Arial" panose="020B0604020202020204" pitchFamily="34" charset="0"/>
                <a:ea typeface="Aileron"/>
                <a:cs typeface="Arial" panose="020B0604020202020204" pitchFamily="34" charset="0"/>
                <a:sym typeface="Aileron"/>
              </a:rPr>
              <a:t>What-</a:t>
            </a:r>
            <a:r>
              <a:rPr lang="en-US" sz="1800" dirty="0" smtClean="0">
                <a:latin typeface="Arial" panose="020B0604020202020204" pitchFamily="34" charset="0"/>
                <a:ea typeface="Aileron"/>
                <a:cs typeface="Arial" panose="020B0604020202020204" pitchFamily="34" charset="0"/>
                <a:sym typeface="Aileron"/>
              </a:rPr>
              <a:t>If Scenario Analysis</a:t>
            </a:r>
            <a:endParaRPr lang="en-US" sz="1800" dirty="0">
              <a:latin typeface="Arial" panose="020B0604020202020204" pitchFamily="34" charset="0"/>
              <a:ea typeface="Aileron"/>
              <a:cs typeface="Arial" panose="020B0604020202020204" pitchFamily="34" charset="0"/>
              <a:sym typeface="Aileron"/>
            </a:endParaRPr>
          </a:p>
          <a:p>
            <a:pPr marL="285750" indent="-285750" algn="just">
              <a:spcAft>
                <a:spcPts val="800"/>
              </a:spcAft>
              <a:buFont typeface="Wingdings" panose="05000000000000000000" charset="0"/>
              <a:buChar char="Ø"/>
            </a:pPr>
            <a:r>
              <a:rPr lang="en-US" sz="1800" dirty="0" smtClean="0">
                <a:latin typeface="Arial" panose="020B0604020202020204" pitchFamily="34" charset="0"/>
                <a:ea typeface="Aileron"/>
                <a:cs typeface="Arial" panose="020B0604020202020204" pitchFamily="34" charset="0"/>
                <a:sym typeface="Aileron"/>
              </a:rPr>
              <a:t>Performance Tracking</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9648" y="1135323"/>
            <a:ext cx="3164545" cy="3159366"/>
          </a:xfrm>
          <a:prstGeom prst="rect">
            <a:avLst/>
          </a:prstGeom>
          <a:ln>
            <a:solidFill>
              <a:srgbClr val="FF0000"/>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p:cNvSpPr>
            <a:spLocks noGrp="1"/>
          </p:cNvSpPr>
          <p:nvPr>
            <p:ph type="title" idx="4294967295"/>
          </p:nvPr>
        </p:nvSpPr>
        <p:spPr>
          <a:xfrm>
            <a:off x="134473" y="641727"/>
            <a:ext cx="8521700" cy="3970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spAutoFit/>
          </a:bodyPr>
          <a:lstStyle/>
          <a:p>
            <a:r>
              <a:rPr lang="en-US" sz="2200" b="1">
                <a:solidFill>
                  <a:srgbClr val="002060"/>
                </a:solidFill>
                <a:latin typeface="Arial" panose="020B0604020202020204" pitchFamily="34" charset="0"/>
                <a:cs typeface="Arial" panose="020B0604020202020204" pitchFamily="34" charset="0"/>
              </a:rPr>
              <a:t>System Architecture</a:t>
            </a:r>
          </a:p>
        </p:txBody>
      </p:sp>
      <p:pic>
        <p:nvPicPr>
          <p:cNvPr id="43" name="transform">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4320" y="1128294"/>
            <a:ext cx="9129680" cy="3382674"/>
          </a:xfrm>
          <a:prstGeom prst="rect">
            <a:avLst/>
          </a:prstGeom>
        </p:spPr>
      </p:pic>
      <p:pic>
        <p:nvPicPr>
          <p:cNvPr id="44" name="Picture 4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72999" y="1694648"/>
            <a:ext cx="1511007" cy="1511007"/>
          </a:xfrm>
          <a:prstGeom prst="rect">
            <a:avLst/>
          </a:prstGeom>
          <a:ln>
            <a:solidFill>
              <a:schemeClr val="tx1"/>
            </a:solidFill>
          </a:ln>
        </p:spPr>
      </p:pic>
      <p:pic>
        <p:nvPicPr>
          <p:cNvPr id="47" name="Picture 4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19881" y="1349768"/>
            <a:ext cx="1518557" cy="1361465"/>
          </a:xfrm>
          <a:prstGeom prst="rect">
            <a:avLst/>
          </a:prstGeom>
          <a:ln>
            <a:solidFill>
              <a:schemeClr val="tx1"/>
            </a:solidFill>
          </a:ln>
        </p:spPr>
      </p:pic>
      <p:pic>
        <p:nvPicPr>
          <p:cNvPr id="48" name="Picture 4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0371" y="2730096"/>
            <a:ext cx="1282815" cy="1297182"/>
          </a:xfrm>
          <a:prstGeom prst="rect">
            <a:avLst/>
          </a:prstGeom>
          <a:ln>
            <a:solidFill>
              <a:schemeClr val="tx1"/>
            </a:solidFill>
          </a:ln>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3"/>
                                        </p:tgtEl>
                                      </p:cBhvr>
                                    </p:cmd>
                                  </p:childTnLst>
                                </p:cTn>
                              </p:par>
                            </p:childTnLst>
                          </p:cTn>
                        </p:par>
                      </p:childTnLst>
                    </p:cTn>
                  </p:par>
                </p:childTnLst>
              </p:cTn>
              <p:nextCondLst>
                <p:cond evt="onClick" delay="0">
                  <p:tgtEl>
                    <p:spTgt spid="43"/>
                  </p:tgtEl>
                </p:cond>
              </p:nextCondLst>
            </p:seq>
            <p:video>
              <p:cMediaNode vol="80000">
                <p:cTn id="7" fill="hold" display="0">
                  <p:stCondLst>
                    <p:cond delay="indefinite"/>
                  </p:stCondLst>
                </p:cTn>
                <p:tgtEl>
                  <p:spTgt spid="43"/>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61519" y="606638"/>
            <a:ext cx="8521700" cy="3970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spAutoFit/>
          </a:bodyPr>
          <a:lstStyle/>
          <a:p>
            <a:r>
              <a:rPr lang="en-US" sz="2200" b="1" dirty="0">
                <a:solidFill>
                  <a:srgbClr val="002060"/>
                </a:solidFill>
                <a:latin typeface="Arial" panose="020B0604020202020204" pitchFamily="34" charset="0"/>
                <a:cs typeface="Arial" panose="020B0604020202020204" pitchFamily="34" charset="0"/>
              </a:rPr>
              <a:t>Live Demo of Project</a:t>
            </a:r>
            <a:endParaRPr lang="en-IN" sz="2200" b="1" dirty="0">
              <a:solidFill>
                <a:srgbClr val="002060"/>
              </a:solidFill>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0628" y="614731"/>
            <a:ext cx="8520600" cy="430887"/>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US" sz="2200" b="1" dirty="0">
                <a:solidFill>
                  <a:srgbClr val="002060"/>
                </a:solidFill>
                <a:latin typeface="Arial" panose="020B0604020202020204" pitchFamily="34" charset="0"/>
                <a:cs typeface="Arial" panose="020B0604020202020204" pitchFamily="34" charset="0"/>
              </a:rPr>
              <a:t>Project Demo Screenshots</a:t>
            </a:r>
            <a:endParaRPr lang="en-IN" sz="2200" b="1" dirty="0">
              <a:solidFill>
                <a:srgbClr val="002060"/>
              </a:solidFill>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628" y="1045617"/>
            <a:ext cx="4126062" cy="1660977"/>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4552" y="1045617"/>
            <a:ext cx="4172605" cy="1748567"/>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9968" y="3084568"/>
            <a:ext cx="4016722" cy="1876278"/>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24552" y="3029745"/>
            <a:ext cx="4172605" cy="1985924"/>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30629" y="648607"/>
            <a:ext cx="2416628" cy="4247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solidFill>
                  <a:srgbClr val="002060"/>
                </a:solidFill>
                <a:latin typeface="Arial" panose="020B0604020202020204" pitchFamily="34" charset="0"/>
                <a:cs typeface="Arial" panose="020B0604020202020204" pitchFamily="34" charset="0"/>
              </a:rPr>
              <a:t>Conclusion</a:t>
            </a:r>
            <a:endParaRPr lang="en-IN" sz="2400" b="1">
              <a:solidFill>
                <a:srgbClr val="002060"/>
              </a:solidFill>
              <a:latin typeface="Arial" panose="020B0604020202020204" pitchFamily="34" charset="0"/>
              <a:cs typeface="Arial" panose="020B0604020202020204" pitchFamily="34" charset="0"/>
            </a:endParaRPr>
          </a:p>
        </p:txBody>
      </p:sp>
      <p:sp>
        <p:nvSpPr>
          <p:cNvPr id="4" name="TextBox 9"/>
          <p:cNvSpPr txBox="1"/>
          <p:nvPr/>
        </p:nvSpPr>
        <p:spPr>
          <a:xfrm>
            <a:off x="207580" y="1681861"/>
            <a:ext cx="4343399" cy="1938992"/>
          </a:xfrm>
          <a:prstGeom prst="rect">
            <a:avLst/>
          </a:prstGeom>
        </p:spPr>
        <p:txBody>
          <a:bodyPr wrap="square" lIns="0" tIns="0" rIns="0" bIns="0" rtlCol="0" anchor="t">
            <a:spAutoFit/>
          </a:bodyPr>
          <a:lstStyle/>
          <a:p>
            <a:pPr algn="just">
              <a:spcAft>
                <a:spcPts val="800"/>
              </a:spcAft>
            </a:pPr>
            <a:r>
              <a:rPr lang="en-US" sz="1800" dirty="0" smtClean="0">
                <a:solidFill>
                  <a:srgbClr val="000000"/>
                </a:solidFill>
                <a:latin typeface="Arial" panose="020B0604020202020204" pitchFamily="34" charset="0"/>
                <a:ea typeface="Aileron"/>
                <a:cs typeface="Arial" panose="020B0604020202020204" pitchFamily="34" charset="0"/>
                <a:sym typeface="Aileron"/>
              </a:rPr>
              <a:t>In conclusion, This Power BI provides clear insights into insurance portfolio performance and the financial factors influencing it. The analysis helps insurance providers identify areas of financial leakage and implement effective risk management and renewal strategies.</a:t>
            </a:r>
            <a:endParaRPr lang="en-US" sz="1800" dirty="0">
              <a:solidFill>
                <a:srgbClr val="000000"/>
              </a:solidFill>
              <a:latin typeface="Arial" panose="020B0604020202020204" pitchFamily="34" charset="0"/>
              <a:ea typeface="Aileron"/>
              <a:cs typeface="Arial" panose="020B0604020202020204" pitchFamily="34" charset="0"/>
              <a:sym typeface="Aileron"/>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8420" y="1135323"/>
            <a:ext cx="3376284" cy="2833167"/>
          </a:xfrm>
          <a:prstGeom prst="rect">
            <a:avLst/>
          </a:prstGeom>
          <a:ln>
            <a:solidFill>
              <a:srgbClr val="FF0000"/>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22464" y="646906"/>
            <a:ext cx="2604407" cy="3970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spAutoFit/>
          </a:bodyPr>
          <a:lstStyle/>
          <a:p>
            <a:r>
              <a:rPr lang="en-US" sz="2200" b="1" dirty="0">
                <a:solidFill>
                  <a:srgbClr val="002060"/>
                </a:solidFill>
                <a:latin typeface="Arial" panose="020B0604020202020204" pitchFamily="34" charset="0"/>
                <a:cs typeface="Arial" panose="020B0604020202020204" pitchFamily="34" charset="0"/>
              </a:rPr>
              <a:t>Future Scope</a:t>
            </a:r>
            <a:endParaRPr lang="en-IN" sz="2200" b="1" dirty="0">
              <a:solidFill>
                <a:srgbClr val="002060"/>
              </a:solidFill>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2351" y="593994"/>
            <a:ext cx="3369290" cy="2779083"/>
          </a:xfrm>
          <a:prstGeom prst="rect">
            <a:avLst/>
          </a:prstGeom>
          <a:ln>
            <a:solidFill>
              <a:srgbClr val="FF0000"/>
            </a:solidFill>
          </a:ln>
        </p:spPr>
      </p:pic>
      <p:sp>
        <p:nvSpPr>
          <p:cNvPr id="5" name="TextBox 4"/>
          <p:cNvSpPr txBox="1"/>
          <p:nvPr/>
        </p:nvSpPr>
        <p:spPr>
          <a:xfrm>
            <a:off x="122464" y="1183317"/>
            <a:ext cx="4029122" cy="1600438"/>
          </a:xfrm>
          <a:prstGeom prst="rect">
            <a:avLst/>
          </a:prstGeom>
          <a:noFill/>
        </p:spPr>
        <p:txBody>
          <a:bodyPr wrap="square" rtlCol="0">
            <a:spAutoFit/>
          </a:bodyPr>
          <a:lstStyle/>
          <a:p>
            <a:pPr marL="285750" indent="-285750">
              <a:buFont typeface="Wingdings" panose="05000000000000000000" pitchFamily="2" charset="2"/>
              <a:buChar char="q"/>
            </a:pPr>
            <a:r>
              <a:rPr lang="en-IN" sz="2000" dirty="0" smtClean="0"/>
              <a:t>Predictive Analytics </a:t>
            </a:r>
          </a:p>
          <a:p>
            <a:pPr marL="285750" indent="-285750">
              <a:buFont typeface="Wingdings" panose="05000000000000000000" pitchFamily="2" charset="2"/>
              <a:buChar char="q"/>
            </a:pPr>
            <a:r>
              <a:rPr lang="en-IN" sz="2000" dirty="0" smtClean="0"/>
              <a:t>Automated Risk Scoring </a:t>
            </a:r>
          </a:p>
          <a:p>
            <a:pPr marL="285750" indent="-285750">
              <a:buFont typeface="Wingdings" panose="05000000000000000000" pitchFamily="2" charset="2"/>
              <a:buChar char="q"/>
            </a:pPr>
            <a:r>
              <a:rPr lang="en-IN" sz="2000" dirty="0" smtClean="0"/>
              <a:t>Mobile Integration </a:t>
            </a:r>
          </a:p>
          <a:p>
            <a:pPr marL="285750" indent="-285750">
              <a:buFont typeface="Wingdings" panose="05000000000000000000" pitchFamily="2" charset="2"/>
              <a:buChar char="q"/>
            </a:pPr>
            <a:r>
              <a:rPr lang="en-IN" sz="2000" dirty="0" smtClean="0"/>
              <a:t>Fraud detection </a:t>
            </a:r>
          </a:p>
          <a:p>
            <a:pPr marL="285750" indent="-285750">
              <a:buFont typeface="Arial" panose="020B0604020202020204" pitchFamily="34" charset="0"/>
              <a:buChar char="•"/>
            </a:pPr>
            <a:endParaRPr lang="en-IN"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22464" y="646906"/>
            <a:ext cx="2604407" cy="39703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spAutoFit/>
          </a:bodyPr>
          <a:lstStyle/>
          <a:p>
            <a:r>
              <a:rPr lang="en-US" sz="2200" b="1" dirty="0">
                <a:solidFill>
                  <a:srgbClr val="002060"/>
                </a:solidFill>
                <a:latin typeface="Arial" panose="020B0604020202020204" pitchFamily="34" charset="0"/>
                <a:cs typeface="Arial" panose="020B0604020202020204" pitchFamily="34" charset="0"/>
              </a:rPr>
              <a:t>Reference:</a:t>
            </a:r>
            <a:endParaRPr lang="en-IN" sz="2200" b="1" dirty="0">
              <a:solidFill>
                <a:srgbClr val="002060"/>
              </a:solidFill>
              <a:latin typeface="Arial" panose="020B0604020202020204" pitchFamily="34" charset="0"/>
              <a:cs typeface="Arial" panose="020B0604020202020204" pitchFamily="34" charset="0"/>
            </a:endParaRPr>
          </a:p>
        </p:txBody>
      </p:sp>
      <p:sp>
        <p:nvSpPr>
          <p:cNvPr id="5" name="Rectangle 4"/>
          <p:cNvSpPr/>
          <p:nvPr/>
        </p:nvSpPr>
        <p:spPr>
          <a:xfrm>
            <a:off x="277495" y="1259840"/>
            <a:ext cx="8319967" cy="2702560"/>
          </a:xfrm>
          <a:prstGeom prst="rect">
            <a:avLst/>
          </a:prstGeom>
        </p:spPr>
        <p:txBody>
          <a:bodyPr wrap="square">
            <a:noAutofit/>
          </a:bodyPr>
          <a:lstStyle/>
          <a:p>
            <a:pPr marL="285750" indent="-285750">
              <a:buFont typeface="Arial" panose="020B0604020202020204" pitchFamily="34" charset="0"/>
              <a:buChar char="•"/>
            </a:pPr>
            <a:r>
              <a:rPr lang="en-IN" sz="1800" dirty="0">
                <a:hlinkClick r:id="rId2"/>
              </a:rPr>
              <a:t>https://extsla.co.in</a:t>
            </a:r>
            <a:r>
              <a:rPr lang="en-IN" sz="1800" dirty="0" smtClean="0">
                <a:hlinkClick r:id="rId2"/>
              </a:rPr>
              <a:t>/</a:t>
            </a:r>
            <a:endParaRPr lang="en-IN" sz="1800" dirty="0" smtClean="0"/>
          </a:p>
          <a:p>
            <a:endParaRPr lang="en-IN" sz="1800" dirty="0" smtClean="0"/>
          </a:p>
          <a:p>
            <a:pPr marL="285750" indent="-285750">
              <a:buFont typeface="Arial" panose="020B0604020202020204" pitchFamily="34" charset="0"/>
              <a:buChar char="•"/>
            </a:pPr>
            <a:r>
              <a:rPr lang="en-IN" sz="1800" dirty="0" smtClean="0"/>
              <a:t> </a:t>
            </a:r>
            <a:r>
              <a:rPr lang="en-IN" sz="1800" dirty="0">
                <a:hlinkClick r:id="rId3"/>
              </a:rPr>
              <a:t>https://</a:t>
            </a:r>
            <a:r>
              <a:rPr lang="en-IN" sz="1800" dirty="0" smtClean="0">
                <a:hlinkClick r:id="rId3"/>
              </a:rPr>
              <a:t>share.google/t1aKCvSw0Lh4BR8dG</a:t>
            </a:r>
            <a:endParaRPr lang="en-IN" sz="1800" dirty="0" smtClean="0"/>
          </a:p>
          <a:p>
            <a:endParaRPr lang="en-IN" sz="1800" dirty="0" smtClean="0"/>
          </a:p>
          <a:p>
            <a:pPr marL="285750" indent="-285750">
              <a:buFont typeface="Arial" panose="020B0604020202020204" pitchFamily="34" charset="0"/>
              <a:buChar char="•"/>
            </a:pPr>
            <a:r>
              <a:rPr lang="en-IN" sz="1800" dirty="0" smtClean="0">
                <a:hlinkClick r:id="rId4"/>
              </a:rPr>
              <a:t>https</a:t>
            </a:r>
            <a:r>
              <a:rPr lang="en-IN" sz="1800" dirty="0">
                <a:hlinkClick r:id="rId4"/>
              </a:rPr>
              <a:t>://</a:t>
            </a:r>
            <a:r>
              <a:rPr lang="en-IN" sz="1800" dirty="0" smtClean="0">
                <a:hlinkClick r:id="rId4"/>
              </a:rPr>
              <a:t>link.springer.com/book/10.1007/978-1-4614-4103-8</a:t>
            </a:r>
            <a:endParaRPr lang="en-IN" sz="1800" dirty="0"/>
          </a:p>
          <a:p>
            <a:pPr marL="285750" indent="-285750">
              <a:buFont typeface="Arial" panose="020B0604020202020204" pitchFamily="34" charset="0"/>
              <a:buChar char="•"/>
            </a:pPr>
            <a:endParaRPr lang="en-IN" sz="1800" dirty="0" smtClean="0"/>
          </a:p>
          <a:p>
            <a:pPr marL="285750" indent="-285750">
              <a:buFont typeface="Arial" panose="020B0604020202020204" pitchFamily="34" charset="0"/>
              <a:buChar char="•"/>
            </a:pPr>
            <a:r>
              <a:rPr lang="en-US" sz="1800" dirty="0" smtClean="0"/>
              <a:t> </a:t>
            </a:r>
            <a:r>
              <a:rPr lang="en-US" sz="1800" dirty="0">
                <a:hlinkClick r:id="rId5" action="ppaction://hlinkpres?slideindex=1&amp;slidetitle="/>
              </a:rPr>
              <a:t>https://share.google/gOslT4utzOcYKtlaQ</a:t>
            </a:r>
            <a:endParaRPr lang="en-IN" sz="1800" dirty="0" smtClean="0"/>
          </a:p>
          <a:p>
            <a:pPr marL="285750" indent="-285750">
              <a:buFont typeface="Arial" panose="020B0604020202020204" pitchFamily="34" charset="0"/>
              <a:buChar char="•"/>
            </a:pPr>
            <a:endParaRPr lang="en-IN" sz="1800" dirty="0">
              <a:hlinkClick r:id="rId6" action="ppaction://hlinkfile"/>
            </a:endParaRPr>
          </a:p>
          <a:p>
            <a:pPr marL="285750" indent="-285750">
              <a:buFont typeface="Arial" panose="020B0604020202020204" pitchFamily="34" charset="0"/>
              <a:buChar char="•"/>
            </a:pPr>
            <a:r>
              <a:rPr lang="en-IN" sz="1800" dirty="0">
                <a:hlinkClick r:id="rId6" action="ppaction://hlinkfile"/>
              </a:rPr>
              <a:t>https://enterprisedna.co/showcase/insurance-portfolio-analysis?hl=en-US</a:t>
            </a:r>
            <a:endParaRPr lang="en-IN" sz="1800"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p:cNvSpPr txBox="1"/>
          <p:nvPr/>
        </p:nvSpPr>
        <p:spPr>
          <a:xfrm>
            <a:off x="2632982" y="1781046"/>
            <a:ext cx="3878036" cy="1175065"/>
          </a:xfrm>
          <a:prstGeom prst="rect">
            <a:avLst/>
          </a:prstGeom>
        </p:spPr>
        <p:txBody>
          <a:bodyPr wrap="square" lIns="0" tIns="0" rIns="0" bIns="0" rtlCol="0" anchor="t">
            <a:spAutoFit/>
          </a:bodyPr>
          <a:lstStyle/>
          <a:p>
            <a:pPr algn="ctr">
              <a:lnSpc>
                <a:spcPts val="10685"/>
              </a:lnSpc>
            </a:pPr>
            <a:r>
              <a:rPr lang="en-US" sz="5000" b="1" dirty="0">
                <a:solidFill>
                  <a:srgbClr val="0D358D"/>
                </a:solidFill>
                <a:latin typeface="Arial" panose="020B0604020202020204" pitchFamily="34" charset="0"/>
                <a:ea typeface="Aileron Ultra-Bold"/>
                <a:cs typeface="Arial" panose="020B0604020202020204" pitchFamily="34" charset="0"/>
                <a:sym typeface="Aileron Ultra-Bold"/>
              </a:rPr>
              <a:t>Thank You</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4eeb56d-118c-48c3-937f-7f05817f737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921E1C5FD398A4287C0920180B68150" ma:contentTypeVersion="18" ma:contentTypeDescription="Create a new document." ma:contentTypeScope="" ma:versionID="26704334229d571494ec08df731579b2">
  <xsd:schema xmlns:xsd="http://www.w3.org/2001/XMLSchema" xmlns:xs="http://www.w3.org/2001/XMLSchema" xmlns:p="http://schemas.microsoft.com/office/2006/metadata/properties" xmlns:ns3="94eeb56d-118c-48c3-937f-7f05817f7373" xmlns:ns4="fe56e3b0-34a1-4d6f-a501-a0b2b7006a18" targetNamespace="http://schemas.microsoft.com/office/2006/metadata/properties" ma:root="true" ma:fieldsID="646583e16dee9c97f40ce908d27133ed" ns3:_="" ns4:_="">
    <xsd:import namespace="94eeb56d-118c-48c3-937f-7f05817f7373"/>
    <xsd:import namespace="fe56e3b0-34a1-4d6f-a501-a0b2b7006a18"/>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element ref="ns3:MediaServiceLocation"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eeb56d-118c-48c3-937f-7f05817f73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e56e3b0-34a1-4d6f-a501-a0b2b7006a1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6559A34-456E-49A1-8157-9E3D18BFAD36}">
  <ds:schemaRefs>
    <ds:schemaRef ds:uri="http://schemas.openxmlformats.org/package/2006/metadata/core-properties"/>
    <ds:schemaRef ds:uri="http://purl.org/dc/elements/1.1/"/>
    <ds:schemaRef ds:uri="http://schemas.microsoft.com/office/infopath/2007/PartnerControls"/>
    <ds:schemaRef ds:uri="94eeb56d-118c-48c3-937f-7f05817f7373"/>
    <ds:schemaRef ds:uri="fe56e3b0-34a1-4d6f-a501-a0b2b7006a18"/>
    <ds:schemaRef ds:uri="http://schemas.microsoft.com/office/2006/metadata/properties"/>
    <ds:schemaRef ds:uri="http://purl.org/dc/terms/"/>
    <ds:schemaRef ds:uri="http://schemas.microsoft.com/office/2006/documentManagement/types"/>
    <ds:schemaRef ds:uri="http://www.w3.org/XML/1998/namespace"/>
    <ds:schemaRef ds:uri="http://purl.org/dc/dcmitype/"/>
  </ds:schemaRefs>
</ds:datastoreItem>
</file>

<file path=customXml/itemProps2.xml><?xml version="1.0" encoding="utf-8"?>
<ds:datastoreItem xmlns:ds="http://schemas.openxmlformats.org/officeDocument/2006/customXml" ds:itemID="{82B6CD32-2537-46E7-8CC3-A58D44622414}">
  <ds:schemaRefs/>
</ds:datastoreItem>
</file>

<file path=customXml/itemProps3.xml><?xml version="1.0" encoding="utf-8"?>
<ds:datastoreItem xmlns:ds="http://schemas.openxmlformats.org/officeDocument/2006/customXml" ds:itemID="{3706AB80-2608-47D7-8AC8-FA6BC8A9B27C}">
  <ds:schemaRefs/>
</ds:datastoreItem>
</file>

<file path=docProps/app.xml><?xml version="1.0" encoding="utf-8"?>
<Properties xmlns="http://schemas.openxmlformats.org/officeDocument/2006/extended-properties" xmlns:vt="http://schemas.openxmlformats.org/officeDocument/2006/docPropsVTypes">
  <TotalTime>134</TotalTime>
  <Words>226</Words>
  <Application>Microsoft Office PowerPoint</Application>
  <PresentationFormat>On-screen Show (16:9)</PresentationFormat>
  <Paragraphs>57</Paragraphs>
  <Slides>12</Slides>
  <Notes>3</Notes>
  <HiddenSlides>0</HiddenSlides>
  <MMClips>1</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12</vt:i4>
      </vt:variant>
    </vt:vector>
  </HeadingPairs>
  <TitlesOfParts>
    <vt:vector size="23" baseType="lpstr">
      <vt:lpstr>Aileron</vt:lpstr>
      <vt:lpstr>Aileron Bold</vt:lpstr>
      <vt:lpstr>Aileron Ultra-Bold</vt:lpstr>
      <vt:lpstr>Aptos</vt:lpstr>
      <vt:lpstr>Aptos Display</vt:lpstr>
      <vt:lpstr>Arial</vt:lpstr>
      <vt:lpstr>Arial Rounded MT Bold</vt:lpstr>
      <vt:lpstr>Times New Roman</vt:lpstr>
      <vt:lpstr>Wingdings</vt:lpstr>
      <vt:lpstr>Custom Design</vt:lpstr>
      <vt:lpstr>1_Custom Design</vt:lpstr>
      <vt:lpstr>PowerPoint Presentation</vt:lpstr>
      <vt:lpstr>PowerPoint Presentation</vt:lpstr>
      <vt:lpstr>Abstract</vt:lpstr>
      <vt:lpstr>Problem Statement</vt:lpstr>
      <vt:lpstr>Proposed Solution</vt:lpstr>
      <vt:lpstr>System Architecture</vt:lpstr>
      <vt:lpstr>Live Demo of Project</vt:lpstr>
      <vt:lpstr>PowerPoint Presentation</vt:lpstr>
      <vt:lpstr>Conclusion</vt:lpstr>
      <vt:lpstr>Future Scope</vt:lpstr>
      <vt:lpstr>Reference:</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admin</cp:lastModifiedBy>
  <cp:revision>44</cp:revision>
  <dcterms:created xsi:type="dcterms:W3CDTF">2026-02-15T04:21:50Z</dcterms:created>
  <dcterms:modified xsi:type="dcterms:W3CDTF">2026-02-24T05:17:08Z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0x0101009921E1C5FD398A4287C0920180B68150</vt:lpwstr>
  </property>
  <property fmtid="{D5CDD505-2E9C-101B-9397-08002B2CF9AE}" pid="3" name="MSIP_Label_defa4170-0d19-0005-0004-bc88714345d2_Enabled">
    <vt:lpwstr>true</vt:lpwstr>
  </property>
  <property fmtid="{D5CDD505-2E9C-101B-9397-08002B2CF9AE}" pid="4" name="MSIP_Label_defa4170-0d19-0005-0004-bc88714345d2_SetDate">
    <vt:lpwstr>2023-07-11T03:09:09Z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698b2528-286a-444d-a68d-b8bbb1f69870</vt:lpwstr>
  </property>
  <property fmtid="{D5CDD505-2E9C-101B-9397-08002B2CF9AE}" pid="8" name="MSIP_Label_defa4170-0d19-0005-0004-bc88714345d2_ActionId">
    <vt:lpwstr>9e872e44-4725-4b90-87d6-01f911260b79</vt:lpwstr>
  </property>
  <property fmtid="{D5CDD505-2E9C-101B-9397-08002B2CF9AE}" pid="9" name="MSIP_Label_defa4170-0d19-0005-0004-bc88714345d2_ContentBits">
    <vt:lpwstr>0</vt:lpwstr>
  </property>
  <property fmtid="{D5CDD505-2E9C-101B-9397-08002B2CF9AE}" pid="10" name="ICV">
    <vt:lpwstr>CBB47F6BA1054E6BB6443E9D839766BA_13</vt:lpwstr>
  </property>
  <property fmtid="{D5CDD505-2E9C-101B-9397-08002B2CF9AE}" pid="11" name="KSOProductBuildVer">
    <vt:lpwstr>1033-12.2.0.23196</vt:lpwstr>
  </property>
</Properties>
</file>